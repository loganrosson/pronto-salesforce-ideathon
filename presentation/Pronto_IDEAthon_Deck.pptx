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sldIdLst>
    <p:sldId id="271" r:id="rId5"/>
    <p:sldId id="272" r:id="rId6"/>
    <p:sldId id="282" r:id="rId7"/>
    <p:sldId id="275" r:id="rId8"/>
    <p:sldId id="283" r:id="rId9"/>
    <p:sldId id="273" r:id="rId10"/>
    <p:sldId id="274" r:id="rId11"/>
    <p:sldId id="267" r:id="rId12"/>
    <p:sldId id="276" r:id="rId13"/>
    <p:sldId id="278" r:id="rId14"/>
    <p:sldId id="281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87862C55-5811-AF40-62A9-0F1FE4FF75EF}">
          <p14:sldIdLst>
            <p14:sldId id="271"/>
            <p14:sldId id="272"/>
            <p14:sldId id="282"/>
            <p14:sldId id="275"/>
            <p14:sldId id="283"/>
            <p14:sldId id="273"/>
            <p14:sldId id="274"/>
            <p14:sldId id="267"/>
            <p14:sldId id="276"/>
            <p14:sldId id="278"/>
            <p14:sldId id="28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D38C24-480E-49B1-887C-CB5B4B566BD0}" v="165" dt="2026-10-02T15:57:49.510"/>
    <p1510:client id="{5D05B057-4CB2-A7AA-2CA5-2A1E7F688145}" v="164" dt="2026-10-02T04:25:32.4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93" d="100"/>
          <a:sy n="193" d="100"/>
        </p:scale>
        <p:origin x="864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gan Riley" userId="S::u1485534@umail.utah.edu::70da741e-f47a-4441-a898-258f0f406fd2" providerId="AD" clId="Web-{5D05B057-4CB2-A7AA-2CA5-2A1E7F688145}"/>
    <pc:docChg chg="addSld delSld modSld modSection">
      <pc:chgData name="Logan Riley" userId="S::u1485534@umail.utah.edu::70da741e-f47a-4441-a898-258f0f406fd2" providerId="AD" clId="Web-{5D05B057-4CB2-A7AA-2CA5-2A1E7F688145}" dt="2026-10-02T04:25:32.419" v="176"/>
      <pc:docMkLst>
        <pc:docMk/>
      </pc:docMkLst>
      <pc:sldChg chg="modSp">
        <pc:chgData name="Logan Riley" userId="S::u1485534@umail.utah.edu::70da741e-f47a-4441-a898-258f0f406fd2" providerId="AD" clId="Web-{5D05B057-4CB2-A7AA-2CA5-2A1E7F688145}" dt="2026-10-02T03:56:09.535" v="48" actId="14100"/>
        <pc:sldMkLst>
          <pc:docMk/>
          <pc:sldMk cId="0" sldId="256"/>
        </pc:sldMkLst>
        <pc:spChg chg="mod">
          <ac:chgData name="Logan Riley" userId="S::u1485534@umail.utah.edu::70da741e-f47a-4441-a898-258f0f406fd2" providerId="AD" clId="Web-{5D05B057-4CB2-A7AA-2CA5-2A1E7F688145}" dt="2026-10-02T03:56:09.535" v="48" actId="14100"/>
          <ac:spMkLst>
            <pc:docMk/>
            <pc:sldMk cId="0" sldId="256"/>
            <ac:spMk id="4" creationId="{00000000-0000-0000-0000-000000000000}"/>
          </ac:spMkLst>
        </pc:spChg>
        <pc:spChg chg="mod">
          <ac:chgData name="Logan Riley" userId="S::u1485534@umail.utah.edu::70da741e-f47a-4441-a898-258f0f406fd2" providerId="AD" clId="Web-{5D05B057-4CB2-A7AA-2CA5-2A1E7F688145}" dt="2026-10-02T03:55:40.004" v="44" actId="20577"/>
          <ac:spMkLst>
            <pc:docMk/>
            <pc:sldMk cId="0" sldId="256"/>
            <ac:spMk id="5" creationId="{00000000-0000-0000-0000-000000000000}"/>
          </ac:spMkLst>
        </pc:spChg>
      </pc:sldChg>
      <pc:sldChg chg="modSp">
        <pc:chgData name="Logan Riley" userId="S::u1485534@umail.utah.edu::70da741e-f47a-4441-a898-258f0f406fd2" providerId="AD" clId="Web-{5D05B057-4CB2-A7AA-2CA5-2A1E7F688145}" dt="2026-10-02T04:17:01.030" v="160" actId="14100"/>
        <pc:sldMkLst>
          <pc:docMk/>
          <pc:sldMk cId="0" sldId="257"/>
        </pc:sldMkLst>
        <pc:spChg chg="mod">
          <ac:chgData name="Logan Riley" userId="S::u1485534@umail.utah.edu::70da741e-f47a-4441-a898-258f0f406fd2" providerId="AD" clId="Web-{5D05B057-4CB2-A7AA-2CA5-2A1E7F688145}" dt="2026-10-02T04:17:01.030" v="160" actId="14100"/>
          <ac:spMkLst>
            <pc:docMk/>
            <pc:sldMk cId="0" sldId="257"/>
            <ac:spMk id="3" creationId="{00000000-0000-0000-0000-000000000000}"/>
          </ac:spMkLst>
        </pc:spChg>
      </pc:sldChg>
      <pc:sldChg chg="del">
        <pc:chgData name="Logan Riley" userId="S::u1485534@umail.utah.edu::70da741e-f47a-4441-a898-258f0f406fd2" providerId="AD" clId="Web-{5D05B057-4CB2-A7AA-2CA5-2A1E7F688145}" dt="2026-10-02T04:20:19.530" v="161"/>
        <pc:sldMkLst>
          <pc:docMk/>
          <pc:sldMk cId="0" sldId="265"/>
        </pc:sldMkLst>
      </pc:sldChg>
      <pc:sldChg chg="addSp delSp modSp mod setBg">
        <pc:chgData name="Logan Riley" userId="S::u1485534@umail.utah.edu::70da741e-f47a-4441-a898-258f0f406fd2" providerId="AD" clId="Web-{5D05B057-4CB2-A7AA-2CA5-2A1E7F688145}" dt="2026-10-02T04:13:32.687" v="159" actId="20577"/>
        <pc:sldMkLst>
          <pc:docMk/>
          <pc:sldMk cId="0" sldId="268"/>
        </pc:sldMkLst>
        <pc:spChg chg="mod">
          <ac:chgData name="Logan Riley" userId="S::u1485534@umail.utah.edu::70da741e-f47a-4441-a898-258f0f406fd2" providerId="AD" clId="Web-{5D05B057-4CB2-A7AA-2CA5-2A1E7F688145}" dt="2026-10-02T04:12:59.109" v="151"/>
          <ac:spMkLst>
            <pc:docMk/>
            <pc:sldMk cId="0" sldId="268"/>
            <ac:spMk id="2" creationId="{00000000-0000-0000-0000-000000000000}"/>
          </ac:spMkLst>
        </pc:spChg>
        <pc:spChg chg="mod">
          <ac:chgData name="Logan Riley" userId="S::u1485534@umail.utah.edu::70da741e-f47a-4441-a898-258f0f406fd2" providerId="AD" clId="Web-{5D05B057-4CB2-A7AA-2CA5-2A1E7F688145}" dt="2026-10-02T04:13:32.687" v="159" actId="20577"/>
          <ac:spMkLst>
            <pc:docMk/>
            <pc:sldMk cId="0" sldId="268"/>
            <ac:spMk id="3" creationId="{00000000-0000-0000-0000-000000000000}"/>
          </ac:spMkLst>
        </pc:spChg>
        <pc:spChg chg="add del">
          <ac:chgData name="Logan Riley" userId="S::u1485534@umail.utah.edu::70da741e-f47a-4441-a898-258f0f406fd2" providerId="AD" clId="Web-{5D05B057-4CB2-A7AA-2CA5-2A1E7F688145}" dt="2026-10-02T04:06:10.689" v="122"/>
          <ac:spMkLst>
            <pc:docMk/>
            <pc:sldMk cId="0" sldId="268"/>
            <ac:spMk id="9" creationId="{2B97F24A-32CE-4C1C-A50D-3016B394DCFB}"/>
          </ac:spMkLst>
        </pc:spChg>
        <pc:spChg chg="add del">
          <ac:chgData name="Logan Riley" userId="S::u1485534@umail.utah.edu::70da741e-f47a-4441-a898-258f0f406fd2" providerId="AD" clId="Web-{5D05B057-4CB2-A7AA-2CA5-2A1E7F688145}" dt="2026-10-02T04:06:10.689" v="122"/>
          <ac:spMkLst>
            <pc:docMk/>
            <pc:sldMk cId="0" sldId="268"/>
            <ac:spMk id="11" creationId="{CD8B4F24-440B-49E9-B85D-733523DC064B}"/>
          </ac:spMkLst>
        </pc:spChg>
        <pc:spChg chg="add del">
          <ac:chgData name="Logan Riley" userId="S::u1485534@umail.utah.edu::70da741e-f47a-4441-a898-258f0f406fd2" providerId="AD" clId="Web-{5D05B057-4CB2-A7AA-2CA5-2A1E7F688145}" dt="2026-10-02T04:11:54.516" v="148"/>
          <ac:spMkLst>
            <pc:docMk/>
            <pc:sldMk cId="0" sldId="268"/>
            <ac:spMk id="16" creationId="{2B97F24A-32CE-4C1C-A50D-3016B394DCFB}"/>
          </ac:spMkLst>
        </pc:spChg>
        <pc:spChg chg="add del">
          <ac:chgData name="Logan Riley" userId="S::u1485534@umail.utah.edu::70da741e-f47a-4441-a898-258f0f406fd2" providerId="AD" clId="Web-{5D05B057-4CB2-A7AA-2CA5-2A1E7F688145}" dt="2026-10-02T04:11:54.516" v="148"/>
          <ac:spMkLst>
            <pc:docMk/>
            <pc:sldMk cId="0" sldId="268"/>
            <ac:spMk id="18" creationId="{CD8B4F24-440B-49E9-B85D-733523DC064B}"/>
          </ac:spMkLst>
        </pc:spChg>
        <pc:spChg chg="add del">
          <ac:chgData name="Logan Riley" userId="S::u1485534@umail.utah.edu::70da741e-f47a-4441-a898-258f0f406fd2" providerId="AD" clId="Web-{5D05B057-4CB2-A7AA-2CA5-2A1E7F688145}" dt="2026-10-02T04:11:25.485" v="143"/>
          <ac:spMkLst>
            <pc:docMk/>
            <pc:sldMk cId="0" sldId="268"/>
            <ac:spMk id="23" creationId="{743AA782-23D1-4521-8CAD-47662984AA08}"/>
          </ac:spMkLst>
        </pc:spChg>
        <pc:spChg chg="add del">
          <ac:chgData name="Logan Riley" userId="S::u1485534@umail.utah.edu::70da741e-f47a-4441-a898-258f0f406fd2" providerId="AD" clId="Web-{5D05B057-4CB2-A7AA-2CA5-2A1E7F688145}" dt="2026-10-02T04:11:25.485" v="143"/>
          <ac:spMkLst>
            <pc:docMk/>
            <pc:sldMk cId="0" sldId="268"/>
            <ac:spMk id="25" creationId="{650D18FE-0824-4A46-B22C-A86B52E5780A}"/>
          </ac:spMkLst>
        </pc:spChg>
        <pc:spChg chg="add del">
          <ac:chgData name="Logan Riley" userId="S::u1485534@umail.utah.edu::70da741e-f47a-4441-a898-258f0f406fd2" providerId="AD" clId="Web-{5D05B057-4CB2-A7AA-2CA5-2A1E7F688145}" dt="2026-10-02T04:11:52.766" v="145"/>
          <ac:spMkLst>
            <pc:docMk/>
            <pc:sldMk cId="0" sldId="268"/>
            <ac:spMk id="27" creationId="{55222F96-971A-4F90-B841-6BAB416C7AC1}"/>
          </ac:spMkLst>
        </pc:spChg>
        <pc:spChg chg="add del">
          <ac:chgData name="Logan Riley" userId="S::u1485534@umail.utah.edu::70da741e-f47a-4441-a898-258f0f406fd2" providerId="AD" clId="Web-{5D05B057-4CB2-A7AA-2CA5-2A1E7F688145}" dt="2026-10-02T04:11:52.766" v="145"/>
          <ac:spMkLst>
            <pc:docMk/>
            <pc:sldMk cId="0" sldId="268"/>
            <ac:spMk id="28" creationId="{DBC6133C-0615-4CE4-9132-37E609A9BDFA}"/>
          </ac:spMkLst>
        </pc:spChg>
        <pc:spChg chg="add del">
          <ac:chgData name="Logan Riley" userId="S::u1485534@umail.utah.edu::70da741e-f47a-4441-a898-258f0f406fd2" providerId="AD" clId="Web-{5D05B057-4CB2-A7AA-2CA5-2A1E7F688145}" dt="2026-10-02T04:11:52.766" v="145"/>
          <ac:spMkLst>
            <pc:docMk/>
            <pc:sldMk cId="0" sldId="268"/>
            <ac:spMk id="29" creationId="{08980754-6F4B-43C9-B9BE-127B6BED6586}"/>
          </ac:spMkLst>
        </pc:spChg>
        <pc:spChg chg="add del">
          <ac:chgData name="Logan Riley" userId="S::u1485534@umail.utah.edu::70da741e-f47a-4441-a898-258f0f406fd2" providerId="AD" clId="Web-{5D05B057-4CB2-A7AA-2CA5-2A1E7F688145}" dt="2026-10-02T04:11:52.766" v="145"/>
          <ac:spMkLst>
            <pc:docMk/>
            <pc:sldMk cId="0" sldId="268"/>
            <ac:spMk id="30" creationId="{169CC832-2974-4E8D-90ED-3E2941BA7336}"/>
          </ac:spMkLst>
        </pc:spChg>
        <pc:spChg chg="add del">
          <ac:chgData name="Logan Riley" userId="S::u1485534@umail.utah.edu::70da741e-f47a-4441-a898-258f0f406fd2" providerId="AD" clId="Web-{5D05B057-4CB2-A7AA-2CA5-2A1E7F688145}" dt="2026-10-02T04:11:52.766" v="145"/>
          <ac:spMkLst>
            <pc:docMk/>
            <pc:sldMk cId="0" sldId="268"/>
            <ac:spMk id="31" creationId="{2C1BBA94-3F40-40AA-8BB9-E69E25E537C1}"/>
          </ac:spMkLst>
        </pc:spChg>
        <pc:spChg chg="add del">
          <ac:chgData name="Logan Riley" userId="S::u1485534@umail.utah.edu::70da741e-f47a-4441-a898-258f0f406fd2" providerId="AD" clId="Web-{5D05B057-4CB2-A7AA-2CA5-2A1E7F688145}" dt="2026-10-02T04:12:59.109" v="151"/>
          <ac:spMkLst>
            <pc:docMk/>
            <pc:sldMk cId="0" sldId="268"/>
            <ac:spMk id="36" creationId="{2B97F24A-32CE-4C1C-A50D-3016B394DCFB}"/>
          </ac:spMkLst>
        </pc:spChg>
        <pc:spChg chg="add del">
          <ac:chgData name="Logan Riley" userId="S::u1485534@umail.utah.edu::70da741e-f47a-4441-a898-258f0f406fd2" providerId="AD" clId="Web-{5D05B057-4CB2-A7AA-2CA5-2A1E7F688145}" dt="2026-10-02T04:12:59.109" v="151"/>
          <ac:spMkLst>
            <pc:docMk/>
            <pc:sldMk cId="0" sldId="268"/>
            <ac:spMk id="37" creationId="{CD8B4F24-440B-49E9-B85D-733523DC064B}"/>
          </ac:spMkLst>
        </pc:spChg>
        <pc:spChg chg="add">
          <ac:chgData name="Logan Riley" userId="S::u1485534@umail.utah.edu::70da741e-f47a-4441-a898-258f0f406fd2" providerId="AD" clId="Web-{5D05B057-4CB2-A7AA-2CA5-2A1E7F688145}" dt="2026-10-02T04:12:59.109" v="151"/>
          <ac:spMkLst>
            <pc:docMk/>
            <pc:sldMk cId="0" sldId="268"/>
            <ac:spMk id="42" creationId="{DBC6133C-0615-4CE4-9132-37E609A9BDFA}"/>
          </ac:spMkLst>
        </pc:spChg>
        <pc:spChg chg="add">
          <ac:chgData name="Logan Riley" userId="S::u1485534@umail.utah.edu::70da741e-f47a-4441-a898-258f0f406fd2" providerId="AD" clId="Web-{5D05B057-4CB2-A7AA-2CA5-2A1E7F688145}" dt="2026-10-02T04:12:59.109" v="151"/>
          <ac:spMkLst>
            <pc:docMk/>
            <pc:sldMk cId="0" sldId="268"/>
            <ac:spMk id="44" creationId="{169CC832-2974-4E8D-90ED-3E2941BA7336}"/>
          </ac:spMkLst>
        </pc:spChg>
        <pc:spChg chg="add">
          <ac:chgData name="Logan Riley" userId="S::u1485534@umail.utah.edu::70da741e-f47a-4441-a898-258f0f406fd2" providerId="AD" clId="Web-{5D05B057-4CB2-A7AA-2CA5-2A1E7F688145}" dt="2026-10-02T04:12:59.109" v="151"/>
          <ac:spMkLst>
            <pc:docMk/>
            <pc:sldMk cId="0" sldId="268"/>
            <ac:spMk id="46" creationId="{55222F96-971A-4F90-B841-6BAB416C7AC1}"/>
          </ac:spMkLst>
        </pc:spChg>
        <pc:spChg chg="add">
          <ac:chgData name="Logan Riley" userId="S::u1485534@umail.utah.edu::70da741e-f47a-4441-a898-258f0f406fd2" providerId="AD" clId="Web-{5D05B057-4CB2-A7AA-2CA5-2A1E7F688145}" dt="2026-10-02T04:12:59.109" v="151"/>
          <ac:spMkLst>
            <pc:docMk/>
            <pc:sldMk cId="0" sldId="268"/>
            <ac:spMk id="48" creationId="{08980754-6F4B-43C9-B9BE-127B6BED6586}"/>
          </ac:spMkLst>
        </pc:spChg>
        <pc:spChg chg="add">
          <ac:chgData name="Logan Riley" userId="S::u1485534@umail.utah.edu::70da741e-f47a-4441-a898-258f0f406fd2" providerId="AD" clId="Web-{5D05B057-4CB2-A7AA-2CA5-2A1E7F688145}" dt="2026-10-02T04:12:59.109" v="151"/>
          <ac:spMkLst>
            <pc:docMk/>
            <pc:sldMk cId="0" sldId="268"/>
            <ac:spMk id="50" creationId="{2C1BBA94-3F40-40AA-8BB9-E69E25E537C1}"/>
          </ac:spMkLst>
        </pc:spChg>
        <pc:grpChg chg="add del">
          <ac:chgData name="Logan Riley" userId="S::u1485534@umail.utah.edu::70da741e-f47a-4441-a898-258f0f406fd2" providerId="AD" clId="Web-{5D05B057-4CB2-A7AA-2CA5-2A1E7F688145}" dt="2026-10-02T04:11:54.516" v="147"/>
          <ac:grpSpMkLst>
            <pc:docMk/>
            <pc:sldMk cId="0" sldId="268"/>
            <ac:grpSpMk id="33" creationId="{6258F736-B256-8039-9DC6-F4E49A5C5AD5}"/>
          </ac:grpSpMkLst>
        </pc:grpChg>
        <pc:picChg chg="mod">
          <ac:chgData name="Logan Riley" userId="S::u1485534@umail.utah.edu::70da741e-f47a-4441-a898-258f0f406fd2" providerId="AD" clId="Web-{5D05B057-4CB2-A7AA-2CA5-2A1E7F688145}" dt="2026-10-02T04:12:59.109" v="151"/>
          <ac:picMkLst>
            <pc:docMk/>
            <pc:sldMk cId="0" sldId="268"/>
            <ac:picMk id="4" creationId="{00000000-0000-0000-0000-000000000000}"/>
          </ac:picMkLst>
        </pc:picChg>
      </pc:sldChg>
      <pc:sldChg chg="modSp new del">
        <pc:chgData name="Logan Riley" userId="S::u1485534@umail.utah.edu::70da741e-f47a-4441-a898-258f0f406fd2" providerId="AD" clId="Web-{5D05B057-4CB2-A7AA-2CA5-2A1E7F688145}" dt="2026-10-02T04:25:32.419" v="176"/>
        <pc:sldMkLst>
          <pc:docMk/>
          <pc:sldMk cId="1054268385" sldId="270"/>
        </pc:sldMkLst>
        <pc:spChg chg="mod">
          <ac:chgData name="Logan Riley" userId="S::u1485534@umail.utah.edu::70da741e-f47a-4441-a898-258f0f406fd2" providerId="AD" clId="Web-{5D05B057-4CB2-A7AA-2CA5-2A1E7F688145}" dt="2026-10-02T04:24:08.732" v="175" actId="1076"/>
          <ac:spMkLst>
            <pc:docMk/>
            <pc:sldMk cId="1054268385" sldId="270"/>
            <ac:spMk id="2" creationId="{D39014BE-9BC2-FC16-E0BC-F2CCC0D5D68F}"/>
          </ac:spMkLst>
        </pc:spChg>
      </pc:sldChg>
    </pc:docChg>
  </pc:docChgLst>
  <pc:docChgLst>
    <pc:chgData name="Logan Rosson" userId="82bd4213-e5bf-471e-9c43-3cfb5acd45cf" providerId="ADAL" clId="{4C381B29-F4D4-484F-992D-9D00820DA46E}"/>
    <pc:docChg chg="undo custSel addSld delSld modSld sldOrd modMainMaster addSection delSection modSection">
      <pc:chgData name="Logan Rosson" userId="82bd4213-e5bf-471e-9c43-3cfb5acd45cf" providerId="ADAL" clId="{4C381B29-F4D4-484F-992D-9D00820DA46E}" dt="2026-10-02T15:57:49.510" v="75" actId="478"/>
      <pc:docMkLst>
        <pc:docMk/>
      </pc:docMkLst>
      <pc:sldChg chg="modSp del">
        <pc:chgData name="Logan Rosson" userId="82bd4213-e5bf-471e-9c43-3cfb5acd45cf" providerId="ADAL" clId="{4C381B29-F4D4-484F-992D-9D00820DA46E}" dt="2026-10-02T04:50:08.231" v="31" actId="47"/>
        <pc:sldMkLst>
          <pc:docMk/>
          <pc:sldMk cId="0" sldId="256"/>
        </pc:sldMkLst>
        <pc:picChg chg="mod">
          <ac:chgData name="Logan Rosson" userId="82bd4213-e5bf-471e-9c43-3cfb5acd45cf" providerId="ADAL" clId="{4C381B29-F4D4-484F-992D-9D00820DA46E}" dt="2026-10-02T03:49:58.834" v="0" actId="14826"/>
          <ac:picMkLst>
            <pc:docMk/>
            <pc:sldMk cId="0" sldId="256"/>
            <ac:picMk id="8" creationId="{00000000-0000-0000-0000-000000000000}"/>
          </ac:picMkLst>
        </pc:picChg>
      </pc:sldChg>
      <pc:sldChg chg="addSp delSp modSp del">
        <pc:chgData name="Logan Rosson" userId="82bd4213-e5bf-471e-9c43-3cfb5acd45cf" providerId="ADAL" clId="{4C381B29-F4D4-484F-992D-9D00820DA46E}" dt="2026-10-02T04:50:08.231" v="31" actId="47"/>
        <pc:sldMkLst>
          <pc:docMk/>
          <pc:sldMk cId="0" sldId="257"/>
        </pc:sldMkLst>
        <pc:spChg chg="mod">
          <ac:chgData name="Logan Rosson" userId="82bd4213-e5bf-471e-9c43-3cfb5acd45cf" providerId="ADAL" clId="{4C381B29-F4D4-484F-992D-9D00820DA46E}" dt="2026-10-02T04:05:08.868" v="11"/>
          <ac:spMkLst>
            <pc:docMk/>
            <pc:sldMk cId="0" sldId="257"/>
            <ac:spMk id="2" creationId="{00000000-0000-0000-0000-000000000000}"/>
          </ac:spMkLst>
        </pc:spChg>
        <pc:spChg chg="mod">
          <ac:chgData name="Logan Rosson" userId="82bd4213-e5bf-471e-9c43-3cfb5acd45cf" providerId="ADAL" clId="{4C381B29-F4D4-484F-992D-9D00820DA46E}" dt="2026-10-02T04:03:35.751" v="9"/>
          <ac:spMkLst>
            <pc:docMk/>
            <pc:sldMk cId="0" sldId="257"/>
            <ac:spMk id="3" creationId="{00000000-0000-0000-0000-000000000000}"/>
          </ac:spMkLst>
        </pc:spChg>
        <pc:spChg chg="add del mod">
          <ac:chgData name="Logan Rosson" userId="82bd4213-e5bf-471e-9c43-3cfb5acd45cf" providerId="ADAL" clId="{4C381B29-F4D4-484F-992D-9D00820DA46E}" dt="2026-10-02T04:05:36.533" v="13"/>
          <ac:spMkLst>
            <pc:docMk/>
            <pc:sldMk cId="0" sldId="257"/>
            <ac:spMk id="11" creationId="{197F2B2A-AD7D-1D6E-9832-DAD440BFD7BB}"/>
          </ac:spMkLst>
        </pc:spChg>
      </pc:sldChg>
      <pc:sldChg chg="del">
        <pc:chgData name="Logan Rosson" userId="82bd4213-e5bf-471e-9c43-3cfb5acd45cf" providerId="ADAL" clId="{4C381B29-F4D4-484F-992D-9D00820DA46E}" dt="2026-10-02T04:50:08.231" v="31" actId="47"/>
        <pc:sldMkLst>
          <pc:docMk/>
          <pc:sldMk cId="0" sldId="258"/>
        </pc:sldMkLst>
      </pc:sldChg>
      <pc:sldChg chg="del">
        <pc:chgData name="Logan Rosson" userId="82bd4213-e5bf-471e-9c43-3cfb5acd45cf" providerId="ADAL" clId="{4C381B29-F4D4-484F-992D-9D00820DA46E}" dt="2026-10-02T04:50:08.231" v="31" actId="47"/>
        <pc:sldMkLst>
          <pc:docMk/>
          <pc:sldMk cId="0" sldId="259"/>
        </pc:sldMkLst>
      </pc:sldChg>
      <pc:sldChg chg="del">
        <pc:chgData name="Logan Rosson" userId="82bd4213-e5bf-471e-9c43-3cfb5acd45cf" providerId="ADAL" clId="{4C381B29-F4D4-484F-992D-9D00820DA46E}" dt="2026-10-02T04:50:08.231" v="31" actId="47"/>
        <pc:sldMkLst>
          <pc:docMk/>
          <pc:sldMk cId="0" sldId="260"/>
        </pc:sldMkLst>
      </pc:sldChg>
      <pc:sldChg chg="modSp del modAnim">
        <pc:chgData name="Logan Rosson" userId="82bd4213-e5bf-471e-9c43-3cfb5acd45cf" providerId="ADAL" clId="{4C381B29-F4D4-484F-992D-9D00820DA46E}" dt="2026-10-02T04:50:08.231" v="31" actId="47"/>
        <pc:sldMkLst>
          <pc:docMk/>
          <pc:sldMk cId="0" sldId="261"/>
        </pc:sldMkLst>
        <pc:picChg chg="mod">
          <ac:chgData name="Logan Rosson" userId="82bd4213-e5bf-471e-9c43-3cfb5acd45cf" providerId="ADAL" clId="{4C381B29-F4D4-484F-992D-9D00820DA46E}" dt="2026-10-02T03:50:57.032" v="3" actId="14826"/>
          <ac:picMkLst>
            <pc:docMk/>
            <pc:sldMk cId="0" sldId="261"/>
            <ac:picMk id="4" creationId="{00000000-0000-0000-0000-000000000000}"/>
          </ac:picMkLst>
        </pc:picChg>
        <pc:picChg chg="mod">
          <ac:chgData name="Logan Rosson" userId="82bd4213-e5bf-471e-9c43-3cfb5acd45cf" providerId="ADAL" clId="{4C381B29-F4D4-484F-992D-9D00820DA46E}" dt="2026-10-02T03:55:15.598" v="6"/>
          <ac:picMkLst>
            <pc:docMk/>
            <pc:sldMk cId="0" sldId="261"/>
            <ac:picMk id="11" creationId="{9661B965-DD84-FC56-9EC4-D1991C9D9D73}"/>
          </ac:picMkLst>
        </pc:picChg>
      </pc:sldChg>
      <pc:sldChg chg="modSp del">
        <pc:chgData name="Logan Rosson" userId="82bd4213-e5bf-471e-9c43-3cfb5acd45cf" providerId="ADAL" clId="{4C381B29-F4D4-484F-992D-9D00820DA46E}" dt="2026-10-02T04:50:08.231" v="31" actId="47"/>
        <pc:sldMkLst>
          <pc:docMk/>
          <pc:sldMk cId="0" sldId="262"/>
        </pc:sldMkLst>
        <pc:picChg chg="mod">
          <ac:chgData name="Logan Rosson" userId="82bd4213-e5bf-471e-9c43-3cfb5acd45cf" providerId="ADAL" clId="{4C381B29-F4D4-484F-992D-9D00820DA46E}" dt="2026-10-02T03:52:15.307" v="4" actId="14826"/>
          <ac:picMkLst>
            <pc:docMk/>
            <pc:sldMk cId="0" sldId="262"/>
            <ac:picMk id="4" creationId="{00000000-0000-0000-0000-000000000000}"/>
          </ac:picMkLst>
        </pc:picChg>
      </pc:sldChg>
      <pc:sldChg chg="modSp del">
        <pc:chgData name="Logan Rosson" userId="82bd4213-e5bf-471e-9c43-3cfb5acd45cf" providerId="ADAL" clId="{4C381B29-F4D4-484F-992D-9D00820DA46E}" dt="2026-10-02T04:50:04.878" v="30" actId="47"/>
        <pc:sldMkLst>
          <pc:docMk/>
          <pc:sldMk cId="0" sldId="263"/>
        </pc:sldMkLst>
        <pc:picChg chg="mod">
          <ac:chgData name="Logan Rosson" userId="82bd4213-e5bf-471e-9c43-3cfb5acd45cf" providerId="ADAL" clId="{4C381B29-F4D4-484F-992D-9D00820DA46E}" dt="2026-10-02T03:53:17.984" v="5" actId="14826"/>
          <ac:picMkLst>
            <pc:docMk/>
            <pc:sldMk cId="0" sldId="263"/>
            <ac:picMk id="4" creationId="{00000000-0000-0000-0000-000000000000}"/>
          </ac:picMkLst>
        </pc:picChg>
      </pc:sldChg>
      <pc:sldChg chg="del">
        <pc:chgData name="Logan Rosson" userId="82bd4213-e5bf-471e-9c43-3cfb5acd45cf" providerId="ADAL" clId="{4C381B29-F4D4-484F-992D-9D00820DA46E}" dt="2026-10-02T04:50:03.763" v="29" actId="47"/>
        <pc:sldMkLst>
          <pc:docMk/>
          <pc:sldMk cId="0" sldId="264"/>
        </pc:sldMkLst>
      </pc:sldChg>
      <pc:sldChg chg="delSp modSp add del mod">
        <pc:chgData name="Logan Rosson" userId="82bd4213-e5bf-471e-9c43-3cfb5acd45cf" providerId="ADAL" clId="{4C381B29-F4D4-484F-992D-9D00820DA46E}" dt="2026-10-02T15:57:49.510" v="75" actId="478"/>
        <pc:sldMkLst>
          <pc:docMk/>
          <pc:sldMk cId="0" sldId="267"/>
        </pc:sldMkLst>
        <pc:spChg chg="del">
          <ac:chgData name="Logan Rosson" userId="82bd4213-e5bf-471e-9c43-3cfb5acd45cf" providerId="ADAL" clId="{4C381B29-F4D4-484F-992D-9D00820DA46E}" dt="2026-10-02T15:57:49.510" v="75" actId="478"/>
          <ac:spMkLst>
            <pc:docMk/>
            <pc:sldMk cId="0" sldId="267"/>
            <ac:spMk id="16" creationId="{00000000-0000-0000-0000-000000000000}"/>
          </ac:spMkLst>
        </pc:spChg>
        <pc:picChg chg="mod">
          <ac:chgData name="Logan Rosson" userId="82bd4213-e5bf-471e-9c43-3cfb5acd45cf" providerId="ADAL" clId="{4C381B29-F4D4-484F-992D-9D00820DA46E}" dt="2026-10-02T15:23:21.090" v="71" actId="14100"/>
          <ac:picMkLst>
            <pc:docMk/>
            <pc:sldMk cId="0" sldId="267"/>
            <ac:picMk id="10" creationId="{00000000-0000-0000-0000-000000000000}"/>
          </ac:picMkLst>
        </pc:picChg>
      </pc:sldChg>
      <pc:sldChg chg="modSp del">
        <pc:chgData name="Logan Rosson" userId="82bd4213-e5bf-471e-9c43-3cfb5acd45cf" providerId="ADAL" clId="{4C381B29-F4D4-484F-992D-9D00820DA46E}" dt="2026-10-02T04:50:00.072" v="26" actId="47"/>
        <pc:sldMkLst>
          <pc:docMk/>
          <pc:sldMk cId="2734687138" sldId="269"/>
        </pc:sldMkLst>
        <pc:spChg chg="mod">
          <ac:chgData name="Logan Rosson" userId="82bd4213-e5bf-471e-9c43-3cfb5acd45cf" providerId="ADAL" clId="{4C381B29-F4D4-484F-992D-9D00820DA46E}" dt="2026-10-02T04:19:42.172" v="19"/>
          <ac:spMkLst>
            <pc:docMk/>
            <pc:sldMk cId="2734687138" sldId="269"/>
            <ac:spMk id="2" creationId="{81FF4C19-6C9F-2995-C546-6D5192ED2A38}"/>
          </ac:spMkLst>
        </pc:spChg>
        <pc:spChg chg="mod">
          <ac:chgData name="Logan Rosson" userId="82bd4213-e5bf-471e-9c43-3cfb5acd45cf" providerId="ADAL" clId="{4C381B29-F4D4-484F-992D-9D00820DA46E}" dt="2026-10-02T04:19:47.620" v="20"/>
          <ac:spMkLst>
            <pc:docMk/>
            <pc:sldMk cId="2734687138" sldId="269"/>
            <ac:spMk id="3" creationId="{2B489748-17B9-FB4A-D257-103F2F5DC90F}"/>
          </ac:spMkLst>
        </pc:spChg>
      </pc:sldChg>
      <pc:sldChg chg="add del">
        <pc:chgData name="Logan Rosson" userId="82bd4213-e5bf-471e-9c43-3cfb5acd45cf" providerId="ADAL" clId="{4C381B29-F4D4-484F-992D-9D00820DA46E}" dt="2026-10-02T04:50:02.925" v="28" actId="47"/>
        <pc:sldMkLst>
          <pc:docMk/>
          <pc:sldMk cId="0" sldId="270"/>
        </pc:sldMkLst>
      </pc:sldChg>
      <pc:sldChg chg="add del">
        <pc:chgData name="Logan Rosson" userId="82bd4213-e5bf-471e-9c43-3cfb5acd45cf" providerId="ADAL" clId="{4C381B29-F4D4-484F-992D-9D00820DA46E}" dt="2026-10-02T04:50:23.054" v="37" actId="47"/>
        <pc:sldMkLst>
          <pc:docMk/>
          <pc:sldMk cId="0" sldId="271"/>
        </pc:sldMkLst>
      </pc:sldChg>
      <pc:sldChg chg="add del">
        <pc:chgData name="Logan Rosson" userId="82bd4213-e5bf-471e-9c43-3cfb5acd45cf" providerId="ADAL" clId="{4C381B29-F4D4-484F-992D-9D00820DA46E}" dt="2026-10-02T04:50:23.054" v="37" actId="47"/>
        <pc:sldMkLst>
          <pc:docMk/>
          <pc:sldMk cId="0" sldId="272"/>
        </pc:sldMkLst>
      </pc:sldChg>
      <pc:sldChg chg="modSp add del mod">
        <pc:chgData name="Logan Rosson" userId="82bd4213-e5bf-471e-9c43-3cfb5acd45cf" providerId="ADAL" clId="{4C381B29-F4D4-484F-992D-9D00820DA46E}" dt="2026-10-02T15:15:31.439" v="62" actId="20577"/>
        <pc:sldMkLst>
          <pc:docMk/>
          <pc:sldMk cId="0" sldId="273"/>
        </pc:sldMkLst>
        <pc:spChg chg="mod">
          <ac:chgData name="Logan Rosson" userId="82bd4213-e5bf-471e-9c43-3cfb5acd45cf" providerId="ADAL" clId="{4C381B29-F4D4-484F-992D-9D00820DA46E}" dt="2026-10-02T15:15:31.439" v="62" actId="20577"/>
          <ac:spMkLst>
            <pc:docMk/>
            <pc:sldMk cId="0" sldId="273"/>
            <ac:spMk id="5" creationId="{00000000-0000-0000-0000-000000000000}"/>
          </ac:spMkLst>
        </pc:spChg>
      </pc:sldChg>
      <pc:sldChg chg="add del">
        <pc:chgData name="Logan Rosson" userId="82bd4213-e5bf-471e-9c43-3cfb5acd45cf" providerId="ADAL" clId="{4C381B29-F4D4-484F-992D-9D00820DA46E}" dt="2026-10-02T15:06:58.604" v="46"/>
        <pc:sldMkLst>
          <pc:docMk/>
          <pc:sldMk cId="0" sldId="274"/>
        </pc:sldMkLst>
      </pc:sldChg>
      <pc:sldChg chg="add del">
        <pc:chgData name="Logan Rosson" userId="82bd4213-e5bf-471e-9c43-3cfb5acd45cf" providerId="ADAL" clId="{4C381B29-F4D4-484F-992D-9D00820DA46E}" dt="2026-10-02T04:50:23.054" v="37" actId="47"/>
        <pc:sldMkLst>
          <pc:docMk/>
          <pc:sldMk cId="0" sldId="275"/>
        </pc:sldMkLst>
      </pc:sldChg>
      <pc:sldChg chg="delSp modSp add del mod ord">
        <pc:chgData name="Logan Rosson" userId="82bd4213-e5bf-471e-9c43-3cfb5acd45cf" providerId="ADAL" clId="{4C381B29-F4D4-484F-992D-9D00820DA46E}" dt="2026-10-02T15:57:46.807" v="74" actId="478"/>
        <pc:sldMkLst>
          <pc:docMk/>
          <pc:sldMk cId="0" sldId="276"/>
        </pc:sldMkLst>
        <pc:spChg chg="del">
          <ac:chgData name="Logan Rosson" userId="82bd4213-e5bf-471e-9c43-3cfb5acd45cf" providerId="ADAL" clId="{4C381B29-F4D4-484F-992D-9D00820DA46E}" dt="2026-10-02T15:57:44.482" v="72" actId="478"/>
          <ac:spMkLst>
            <pc:docMk/>
            <pc:sldMk cId="0" sldId="276"/>
            <ac:spMk id="6" creationId="{00000000-0000-0000-0000-000000000000}"/>
          </ac:spMkLst>
        </pc:spChg>
        <pc:spChg chg="del mod">
          <ac:chgData name="Logan Rosson" userId="82bd4213-e5bf-471e-9c43-3cfb5acd45cf" providerId="ADAL" clId="{4C381B29-F4D4-484F-992D-9D00820DA46E}" dt="2026-10-02T15:57:46.807" v="74" actId="478"/>
          <ac:spMkLst>
            <pc:docMk/>
            <pc:sldMk cId="0" sldId="276"/>
            <ac:spMk id="7" creationId="{00000000-0000-0000-0000-000000000000}"/>
          </ac:spMkLst>
        </pc:spChg>
      </pc:sldChg>
      <pc:sldChg chg="add del">
        <pc:chgData name="Logan Rosson" userId="82bd4213-e5bf-471e-9c43-3cfb5acd45cf" providerId="ADAL" clId="{4C381B29-F4D4-484F-992D-9D00820DA46E}" dt="2026-10-02T15:17:12.832" v="65" actId="47"/>
        <pc:sldMkLst>
          <pc:docMk/>
          <pc:sldMk cId="0" sldId="277"/>
        </pc:sldMkLst>
      </pc:sldChg>
      <pc:sldChg chg="add del">
        <pc:chgData name="Logan Rosson" userId="82bd4213-e5bf-471e-9c43-3cfb5acd45cf" providerId="ADAL" clId="{4C381B29-F4D4-484F-992D-9D00820DA46E}" dt="2026-10-02T04:50:23.054" v="37" actId="47"/>
        <pc:sldMkLst>
          <pc:docMk/>
          <pc:sldMk cId="0" sldId="278"/>
        </pc:sldMkLst>
      </pc:sldChg>
      <pc:sldChg chg="add del ord">
        <pc:chgData name="Logan Rosson" userId="82bd4213-e5bf-471e-9c43-3cfb5acd45cf" providerId="ADAL" clId="{4C381B29-F4D4-484F-992D-9D00820DA46E}" dt="2026-10-02T15:15:06.554" v="49" actId="47"/>
        <pc:sldMkLst>
          <pc:docMk/>
          <pc:sldMk cId="3840355342" sldId="279"/>
        </pc:sldMkLst>
      </pc:sldChg>
      <pc:sldChg chg="add del">
        <pc:chgData name="Logan Rosson" userId="82bd4213-e5bf-471e-9c43-3cfb5acd45cf" providerId="ADAL" clId="{4C381B29-F4D4-484F-992D-9D00820DA46E}" dt="2026-10-02T15:17:16.451" v="66" actId="47"/>
        <pc:sldMkLst>
          <pc:docMk/>
          <pc:sldMk cId="0" sldId="280"/>
        </pc:sldMkLst>
      </pc:sldChg>
      <pc:sldChg chg="add del">
        <pc:chgData name="Logan Rosson" userId="82bd4213-e5bf-471e-9c43-3cfb5acd45cf" providerId="ADAL" clId="{4C381B29-F4D4-484F-992D-9D00820DA46E}" dt="2026-10-02T04:49:42.236" v="24"/>
        <pc:sldMkLst>
          <pc:docMk/>
          <pc:sldMk cId="2834896011" sldId="281"/>
        </pc:sldMkLst>
      </pc:sldChg>
      <pc:sldChg chg="add del">
        <pc:chgData name="Logan Rosson" userId="82bd4213-e5bf-471e-9c43-3cfb5acd45cf" providerId="ADAL" clId="{4C381B29-F4D4-484F-992D-9D00820DA46E}" dt="2026-10-02T04:50:23.054" v="37" actId="47"/>
        <pc:sldMkLst>
          <pc:docMk/>
          <pc:sldMk cId="3103068101" sldId="281"/>
        </pc:sldMkLst>
      </pc:sldChg>
      <pc:sldChg chg="add">
        <pc:chgData name="Logan Rosson" userId="82bd4213-e5bf-471e-9c43-3cfb5acd45cf" providerId="ADAL" clId="{4C381B29-F4D4-484F-992D-9D00820DA46E}" dt="2026-10-02T15:03:35.331" v="39"/>
        <pc:sldMkLst>
          <pc:docMk/>
          <pc:sldMk cId="0" sldId="282"/>
        </pc:sldMkLst>
      </pc:sldChg>
      <pc:sldChg chg="add">
        <pc:chgData name="Logan Rosson" userId="82bd4213-e5bf-471e-9c43-3cfb5acd45cf" providerId="ADAL" clId="{4C381B29-F4D4-484F-992D-9D00820DA46E}" dt="2026-10-02T15:15:01.345" v="48"/>
        <pc:sldMkLst>
          <pc:docMk/>
          <pc:sldMk cId="30548124" sldId="283"/>
        </pc:sldMkLst>
      </pc:sldChg>
      <pc:sldMasterChg chg="modSldLayout">
        <pc:chgData name="Logan Rosson" userId="82bd4213-e5bf-471e-9c43-3cfb5acd45cf" providerId="ADAL" clId="{4C381B29-F4D4-484F-992D-9D00820DA46E}" dt="2026-10-02T04:09:22.923" v="18"/>
        <pc:sldMasterMkLst>
          <pc:docMk/>
          <pc:sldMasterMk cId="0" sldId="2147483648"/>
        </pc:sldMasterMkLst>
        <pc:sldLayoutChg chg="modSp">
          <pc:chgData name="Logan Rosson" userId="82bd4213-e5bf-471e-9c43-3cfb5acd45cf" providerId="ADAL" clId="{4C381B29-F4D4-484F-992D-9D00820DA46E}" dt="2026-10-02T04:09:22.923" v="18"/>
          <pc:sldLayoutMkLst>
            <pc:docMk/>
            <pc:sldMasterMk cId="0" sldId="2147483648"/>
            <pc:sldLayoutMk cId="0" sldId="2147483653"/>
          </pc:sldLayoutMkLst>
          <pc:spChg chg="mod">
            <ac:chgData name="Logan Rosson" userId="82bd4213-e5bf-471e-9c43-3cfb5acd45cf" providerId="ADAL" clId="{4C381B29-F4D4-484F-992D-9D00820DA46E}" dt="2026-10-02T04:09:22.923" v="18"/>
            <ac:spMkLst>
              <pc:docMk/>
              <pc:sldMasterMk cId="0" sldId="2147483648"/>
              <pc:sldLayoutMk cId="0" sldId="2147483653"/>
              <ac:spMk id="3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9074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Hook: When a Pronto account gets hacked, the real customer is locked out of the very channels they'd use to ask for help. Our build makes sure every one of those reports reaches a human fast.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Set up the 'why' before the 'what': ordering logistics are table stakes, fraud is what erodes margins, and account takeover is the fraud that hurts both the customer and Pronto at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Everything on this slide is live in our org. Read the flow names: the agent escalation, the routing to Trust &amp; Safety, the 15-minute alerts, and the site's report form.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is the published site judges can open. The chat bubble is the Agentforce Service Agent. Mention which Section 1 exercises we completed.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our agent in Agentforce Builder. The Agent Router greets the customer and picks one of six subagents: Account Security, Order Issues &amp; Refunds, Storefront Search, Ambiguous Question, Escalation and Off Topic.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a real conversation with our agent on the live site. Point out that it asks for the email on the order before it looks anything up.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Real transcript from our live site. The agent picks the Account Security subagent, warns about sharing passwords and codes, and hands off to Trust &amp; Safety.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Screenshots, not live. 1: the Account Security form a locked-out customer fills in. 2: seconds later the case is in the Trust &amp; Safety queue list in Salesforce. 3: the case record: Priority Critical, Origin Web, Owner Trust &amp; Safety, Status Escalated because nobody accepted it within 15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Trust &amp; Safety Acceptance dashboard: average 12.4 minutes to accept, a donut of acceptance time buckets, cases by channel, refund dollars protected ($250) and average 1.0 minute to lockdown. The dashboard was exported as an image for the submission. Actionable insight: Locked Out is closest to breaching 15 minutes, so we'd prioritize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 2 clicks, Speaker 3 talks. Full click-by-click steps are in the team script. If anything is slow, stay on the slides and keep talking.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1234440"/>
            <a:ext cx="45720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280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457200" y="3291840"/>
            <a:ext cx="45720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00" dirty="0">
                <a:solidFill>
                  <a:schemeClr val="accent6"/>
                </a:solidFill>
              </a:defRPr>
            </a:lvl1pPr>
          </a:lstStyle>
          <a:p>
            <a:pPr marL="0" indent="0" algn="l">
              <a:buNone/>
            </a:pPr>
            <a:endParaRPr lang="en-US" sz="14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AND_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1188720"/>
            <a:ext cx="420624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00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457200" y="3246120"/>
            <a:ext cx="4206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00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14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4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40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chemeClr val="accent5"/>
                </a:solidFill>
              </a:rPr>
              <a:t>Pronto: The Most Secure Food Delivery App</a:t>
            </a:r>
            <a:endParaRPr lang="en-US" sz="9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685800"/>
            <a:ext cx="3017520" cy="292608"/>
          </a:xfrm>
          <a:prstGeom prst="roundRect">
            <a:avLst>
              <a:gd name="adj" fmla="val 4375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chemeClr val="accent1"/>
                </a:solidFill>
              </a:rPr>
              <a:t>SALESFORCE IDEATHON  ·  OCT 2, 2026</a:t>
            </a:r>
            <a:endParaRPr lang="en-US" sz="100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1188720"/>
            <a:ext cx="4206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3000" b="1">
                <a:solidFill>
                  <a:schemeClr val="accent1"/>
                </a:solidFill>
              </a:rPr>
              <a:t>Pronto: </a:t>
            </a:r>
            <a:r>
              <a:rPr lang="en-US" sz="3200"/>
              <a:t>The Most Secure Food Delivery App</a:t>
            </a:r>
            <a:br>
              <a:rPr lang="en-US" sz="3200"/>
            </a:br>
            <a:endParaRPr lang="en-US" sz="3000"/>
          </a:p>
        </p:txBody>
      </p:sp>
      <p:sp>
        <p:nvSpPr>
          <p:cNvPr id="4" name="Text 0"/>
          <p:cNvSpPr>
            <a:spLocks noGrp="1"/>
          </p:cNvSpPr>
          <p:nvPr>
            <p:ph type="body" idx="101" hasCustomPrompt="1"/>
          </p:nvPr>
        </p:nvSpPr>
        <p:spPr>
          <a:xfrm>
            <a:off x="363782" y="3246120"/>
            <a:ext cx="4513969" cy="533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/>
              <a:t>Cloud 9  ·  Logan Rosson, Logan Riley, Jung Ko</a:t>
            </a:r>
            <a:endParaRPr lang="en-US" sz="1600">
              <a:cs typeface="Arial"/>
            </a:endParaRPr>
          </a:p>
        </p:txBody>
      </p:sp>
      <p:sp>
        <p:nvSpPr>
          <p:cNvPr id="5" name="site url"/>
          <p:cNvSpPr txBox="1"/>
          <p:nvPr/>
        </p:nvSpPr>
        <p:spPr>
          <a:xfrm>
            <a:off x="457200" y="4442314"/>
            <a:ext cx="4200745" cy="175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>
              <a:solidFill>
                <a:schemeClr val="accent5"/>
              </a:solidFill>
              <a:cs typeface="Arial"/>
            </a:endParaRPr>
          </a:p>
        </p:txBody>
      </p:sp>
      <p:sp>
        <p:nvSpPr>
          <p:cNvPr id="6" name="screenshot panel"/>
          <p:cNvSpPr/>
          <p:nvPr/>
        </p:nvSpPr>
        <p:spPr>
          <a:xfrm>
            <a:off x="4892040" y="411480"/>
            <a:ext cx="3886200" cy="4343400"/>
          </a:xfrm>
          <a:prstGeom prst="roundRect">
            <a:avLst>
              <a:gd name="adj" fmla="val 470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ite screenshot frame"/>
          <p:cNvSpPr/>
          <p:nvPr/>
        </p:nvSpPr>
        <p:spPr>
          <a:xfrm>
            <a:off x="5084064" y="1238748"/>
            <a:ext cx="3502152" cy="2688864"/>
          </a:xfrm>
          <a:prstGeom prst="roundRect">
            <a:avLst>
              <a:gd name="adj" fmla="val 2040"/>
            </a:avLst>
          </a:prstGeom>
          <a:solidFill>
            <a:schemeClr val="bg1"/>
          </a:solidFill>
          <a:ln w="9525">
            <a:solidFill>
              <a:srgbClr val="E2E2E2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site screensho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20640" y="1306869"/>
            <a:ext cx="3429000" cy="255262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/>
              <a:t>Pronto is a food delivery application</a:t>
            </a:r>
            <a:endParaRPr lang="en-US" sz="2400"/>
          </a:p>
        </p:txBody>
      </p:sp>
      <p:sp>
        <p:nvSpPr>
          <p:cNvPr id="3" name="framing text"/>
          <p:cNvSpPr txBox="1"/>
          <p:nvPr/>
        </p:nvSpPr>
        <p:spPr>
          <a:xfrm>
            <a:off x="457200" y="1188720"/>
            <a:ext cx="477934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/>
              <a:t>We architected Pronto to tackle the most expensive blind spot in food delivery: automated Account Takeover (ATO) defense.</a:t>
            </a:r>
            <a:endParaRPr lang="en-US" sz="1500"/>
          </a:p>
        </p:txBody>
      </p:sp>
      <p:sp>
        <p:nvSpPr>
          <p:cNvPr id="4" name="framing card"/>
          <p:cNvSpPr/>
          <p:nvPr/>
        </p:nvSpPr>
        <p:spPr>
          <a:xfrm>
            <a:off x="5486400" y="1188720"/>
            <a:ext cx="3200400" cy="3291840"/>
          </a:xfrm>
          <a:prstGeom prst="roundRect">
            <a:avLst>
              <a:gd name="adj" fmla="val 4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framing 1 num"/>
          <p:cNvSpPr txBox="1"/>
          <p:nvPr/>
        </p:nvSpPr>
        <p:spPr>
          <a:xfrm>
            <a:off x="5760720" y="1463040"/>
            <a:ext cx="502920" cy="50292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chemeClr val="accent1"/>
                </a:solidFill>
              </a:rPr>
              <a:t>1</a:t>
            </a:r>
            <a:endParaRPr lang="en-US" sz="1600"/>
          </a:p>
        </p:txBody>
      </p:sp>
      <p:sp>
        <p:nvSpPr>
          <p:cNvPr id="6" name="framing 1 text"/>
          <p:cNvSpPr txBox="1"/>
          <p:nvPr/>
        </p:nvSpPr>
        <p:spPr>
          <a:xfrm>
            <a:off x="6446520" y="138988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chemeClr val="tx1"/>
                </a:solidFill>
              </a:rPr>
              <a:t>Ordering logistics</a:t>
            </a:r>
            <a:endParaRPr lang="en-US" sz="1400"/>
          </a:p>
          <a:p>
            <a:pPr marL="0" indent="0">
              <a:buNone/>
            </a:pPr>
            <a:r>
              <a:rPr lang="en-US" sz="1100">
                <a:solidFill>
                  <a:schemeClr val="tx2"/>
                </a:solidFill>
              </a:rPr>
              <a:t>Only half the battle</a:t>
            </a:r>
            <a:endParaRPr lang="en-US" sz="1400"/>
          </a:p>
        </p:txBody>
      </p:sp>
      <p:sp>
        <p:nvSpPr>
          <p:cNvPr id="7" name="framing 2 num"/>
          <p:cNvSpPr txBox="1"/>
          <p:nvPr/>
        </p:nvSpPr>
        <p:spPr>
          <a:xfrm>
            <a:off x="5760720" y="2450592"/>
            <a:ext cx="502920" cy="50292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chemeClr val="accent1"/>
                </a:solidFill>
              </a:rPr>
              <a:t>2</a:t>
            </a:r>
            <a:endParaRPr lang="en-US" sz="1600"/>
          </a:p>
        </p:txBody>
      </p:sp>
      <p:sp>
        <p:nvSpPr>
          <p:cNvPr id="8" name="framing 2 text"/>
          <p:cNvSpPr txBox="1"/>
          <p:nvPr/>
        </p:nvSpPr>
        <p:spPr>
          <a:xfrm>
            <a:off x="6446520" y="237744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chemeClr val="tx1"/>
                </a:solidFill>
              </a:rPr>
              <a:t>Fraud</a:t>
            </a:r>
            <a:endParaRPr lang="en-US" sz="1400"/>
          </a:p>
          <a:p>
            <a:pPr marL="0" indent="0">
              <a:buNone/>
            </a:pPr>
            <a:r>
              <a:rPr lang="en-US" sz="1100">
                <a:solidFill>
                  <a:schemeClr val="tx2"/>
                </a:solidFill>
              </a:rPr>
              <a:t>Biggest threat to margins</a:t>
            </a:r>
            <a:endParaRPr lang="en-US" sz="1400"/>
          </a:p>
        </p:txBody>
      </p:sp>
      <p:sp>
        <p:nvSpPr>
          <p:cNvPr id="9" name="framing 3 num"/>
          <p:cNvSpPr txBox="1"/>
          <p:nvPr/>
        </p:nvSpPr>
        <p:spPr>
          <a:xfrm>
            <a:off x="5760720" y="3438144"/>
            <a:ext cx="502920" cy="502920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chemeClr val="bg1"/>
                </a:solidFill>
              </a:rPr>
              <a:t>3</a:t>
            </a:r>
            <a:endParaRPr lang="en-US" sz="1600"/>
          </a:p>
        </p:txBody>
      </p:sp>
      <p:sp>
        <p:nvSpPr>
          <p:cNvPr id="10" name="framing 3 text"/>
          <p:cNvSpPr txBox="1"/>
          <p:nvPr/>
        </p:nvSpPr>
        <p:spPr>
          <a:xfrm>
            <a:off x="6446520" y="3364992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chemeClr val="tx1"/>
                </a:solidFill>
              </a:rPr>
              <a:t>Account takeover</a:t>
            </a:r>
            <a:endParaRPr lang="en-US" sz="1400"/>
          </a:p>
          <a:p>
            <a:pPr marL="0" indent="0">
              <a:buNone/>
            </a:pPr>
            <a:r>
              <a:rPr lang="en-US" sz="1100" b="1">
                <a:solidFill>
                  <a:schemeClr val="accent2"/>
                </a:solidFill>
              </a:rPr>
              <a:t>Where we focused</a:t>
            </a:r>
            <a:endParaRPr lang="en-US" sz="14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What we built inside Salesforce.</a:t>
            </a:r>
          </a:p>
        </p:txBody>
      </p:sp>
      <p:sp>
        <p:nvSpPr>
          <p:cNvPr id="3" name="flows list screenshot frame"/>
          <p:cNvSpPr/>
          <p:nvPr/>
        </p:nvSpPr>
        <p:spPr>
          <a:xfrm>
            <a:off x="466344" y="1152144"/>
            <a:ext cx="5468112" cy="15681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flows list screenshot" descr="flow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88720"/>
            <a:ext cx="5394960" cy="1494988"/>
          </a:xfrm>
          <a:prstGeom prst="rect">
            <a:avLst/>
          </a:prstGeom>
        </p:spPr>
      </p:pic>
      <p:sp>
        <p:nvSpPr>
          <p:cNvPr id="5" name="flows caption"/>
          <p:cNvSpPr txBox="1"/>
          <p:nvPr/>
        </p:nvSpPr>
        <p:spPr>
          <a:xfrm>
            <a:off x="502920" y="2820868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8A8A8A"/>
                </a:solidFill>
                <a:latin typeface="Arial"/>
              </a:rPr>
              <a:t>Setup → Flows: the 8 flows we built this week</a:t>
            </a:r>
          </a:p>
        </p:txBody>
      </p:sp>
      <p:sp>
        <p:nvSpPr>
          <p:cNvPr id="6" name="built card"/>
          <p:cNvSpPr/>
          <p:nvPr/>
        </p:nvSpPr>
        <p:spPr>
          <a:xfrm>
            <a:off x="6217920" y="1188720"/>
            <a:ext cx="2468880" cy="3246120"/>
          </a:xfrm>
          <a:prstGeom prst="roundRect">
            <a:avLst>
              <a:gd name="adj" fmla="val 6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built 1 num"/>
          <p:cNvSpPr txBox="1"/>
          <p:nvPr/>
        </p:nvSpPr>
        <p:spPr>
          <a:xfrm>
            <a:off x="6400800" y="13716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F26B27"/>
                </a:solidFill>
                <a:latin typeface="Arial"/>
              </a:rPr>
              <a:t>1</a:t>
            </a:r>
          </a:p>
        </p:txBody>
      </p:sp>
      <p:sp>
        <p:nvSpPr>
          <p:cNvPr id="8" name="built 1 label"/>
          <p:cNvSpPr txBox="1"/>
          <p:nvPr/>
        </p:nvSpPr>
        <p:spPr>
          <a:xfrm>
            <a:off x="6949440" y="1371600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rial"/>
              </a:rPr>
              <a:t>Agentforce agent, 6 subagents</a:t>
            </a:r>
          </a:p>
        </p:txBody>
      </p:sp>
      <p:sp>
        <p:nvSpPr>
          <p:cNvPr id="9" name="built 2 num"/>
          <p:cNvSpPr txBox="1"/>
          <p:nvPr/>
        </p:nvSpPr>
        <p:spPr>
          <a:xfrm>
            <a:off x="6400800" y="2121408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F26B27"/>
                </a:solidFill>
                <a:latin typeface="Arial"/>
              </a:rPr>
              <a:t>8</a:t>
            </a:r>
          </a:p>
        </p:txBody>
      </p:sp>
      <p:sp>
        <p:nvSpPr>
          <p:cNvPr id="10" name="built 2 label"/>
          <p:cNvSpPr txBox="1"/>
          <p:nvPr/>
        </p:nvSpPr>
        <p:spPr>
          <a:xfrm>
            <a:off x="6949440" y="2121408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rial"/>
              </a:rPr>
              <a:t>custom flows</a:t>
            </a:r>
          </a:p>
        </p:txBody>
      </p:sp>
      <p:sp>
        <p:nvSpPr>
          <p:cNvPr id="11" name="built 3 num"/>
          <p:cNvSpPr txBox="1"/>
          <p:nvPr/>
        </p:nvSpPr>
        <p:spPr>
          <a:xfrm>
            <a:off x="6400800" y="2871215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F26B27"/>
                </a:solidFill>
                <a:latin typeface="Arial"/>
              </a:rPr>
              <a:t>1</a:t>
            </a:r>
          </a:p>
        </p:txBody>
      </p:sp>
      <p:sp>
        <p:nvSpPr>
          <p:cNvPr id="12" name="built 3 label"/>
          <p:cNvSpPr txBox="1"/>
          <p:nvPr/>
        </p:nvSpPr>
        <p:spPr>
          <a:xfrm>
            <a:off x="6949440" y="2871215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rial"/>
              </a:rPr>
              <a:t>customer site + report form</a:t>
            </a:r>
          </a:p>
        </p:txBody>
      </p:sp>
      <p:sp>
        <p:nvSpPr>
          <p:cNvPr id="13" name="built 4 num"/>
          <p:cNvSpPr txBox="1"/>
          <p:nvPr/>
        </p:nvSpPr>
        <p:spPr>
          <a:xfrm>
            <a:off x="6400800" y="3621024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>
                <a:solidFill>
                  <a:srgbClr val="F26B27"/>
                </a:solidFill>
                <a:latin typeface="Arial"/>
              </a:rPr>
              <a:t>1</a:t>
            </a:r>
          </a:p>
        </p:txBody>
      </p:sp>
      <p:sp>
        <p:nvSpPr>
          <p:cNvPr id="14" name="built 4 label"/>
          <p:cNvSpPr txBox="1"/>
          <p:nvPr/>
        </p:nvSpPr>
        <p:spPr>
          <a:xfrm>
            <a:off x="6949440" y="3621024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rial"/>
              </a:rPr>
              <a:t>Trust &amp; Safety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chemeClr val="tx1"/>
                </a:solidFill>
              </a:rPr>
              <a:t>Baseline: a live Pronto support site with Agentforce chat.</a:t>
            </a:r>
            <a:endParaRPr lang="en-US" sz="2400"/>
          </a:p>
        </p:txBody>
      </p:sp>
      <p:sp>
        <p:nvSpPr>
          <p:cNvPr id="3" name="baseline screenshot frame"/>
          <p:cNvSpPr/>
          <p:nvPr/>
        </p:nvSpPr>
        <p:spPr>
          <a:xfrm>
            <a:off x="853235" y="1152144"/>
            <a:ext cx="4328570" cy="3319272"/>
          </a:xfrm>
          <a:prstGeom prst="roundRect">
            <a:avLst>
              <a:gd name="adj" fmla="val 1653"/>
            </a:avLst>
          </a:prstGeom>
          <a:solidFill>
            <a:schemeClr val="bg1"/>
          </a:solidFill>
          <a:ln w="9525">
            <a:solidFill>
              <a:srgbClr val="E2E2E2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baseline screensho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89811" y="1227867"/>
            <a:ext cx="4255418" cy="3167826"/>
          </a:xfrm>
          <a:prstGeom prst="rect">
            <a:avLst/>
          </a:prstGeom>
        </p:spPr>
      </p:pic>
      <p:sp>
        <p:nvSpPr>
          <p:cNvPr id="5" name="url label"/>
          <p:cNvSpPr txBox="1"/>
          <p:nvPr/>
        </p:nvSpPr>
        <p:spPr>
          <a:xfrm>
            <a:off x="5806440" y="118872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chemeClr val="accent1"/>
                </a:solidFill>
              </a:rPr>
              <a:t>PUBLIC URL</a:t>
            </a:r>
            <a:endParaRPr lang="en-US" sz="900"/>
          </a:p>
        </p:txBody>
      </p:sp>
      <p:sp>
        <p:nvSpPr>
          <p:cNvPr id="6" name="url"/>
          <p:cNvSpPr txBox="1"/>
          <p:nvPr/>
        </p:nvSpPr>
        <p:spPr>
          <a:xfrm>
            <a:off x="5806440" y="1417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chemeClr val="tx1"/>
                </a:solidFill>
              </a:rPr>
              <a:t>orgfarm-5ac03fa632-dev-ed.develop.my.site.com/customers</a:t>
            </a:r>
            <a:endParaRPr lang="en-US" sz="1100"/>
          </a:p>
        </p:txBody>
      </p:sp>
      <p:sp>
        <p:nvSpPr>
          <p:cNvPr id="7" name="baseline bullets"/>
          <p:cNvSpPr txBox="1"/>
          <p:nvPr/>
        </p:nvSpPr>
        <p:spPr>
          <a:xfrm>
            <a:off x="5806440" y="2057400"/>
            <a:ext cx="2834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chemeClr val="tx2"/>
                </a:solidFill>
              </a:rPr>
              <a:t>Experience Cloud site with Embedded Messaging chat</a:t>
            </a:r>
            <a:endParaRPr lang="en-US" sz="12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chemeClr val="tx2"/>
                </a:solidFill>
              </a:rPr>
              <a:t>“Start a chat” opens the agent; Account Security page handles no-login reports</a:t>
            </a:r>
            <a:endParaRPr lang="en-US" sz="12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>
                <a:solidFill>
                  <a:schemeClr val="tx2"/>
                </a:solidFill>
              </a:rPr>
              <a:t>Section 1 workshop exercises completed</a:t>
            </a:r>
            <a:endParaRPr lang="en-US" sz="12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D6BE638-74AF-0518-0DDB-54D9E17898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1350" y="4521247"/>
            <a:ext cx="523879" cy="4762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0572B89-CACE-5F29-79BB-0BBAA1080A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2301" y="2498645"/>
            <a:ext cx="1792928" cy="249885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E8FD9B-707A-6AEF-A43D-D24B4F073A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8229600" cy="3426450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rial"/>
              </a:rPr>
              <a:t>Inside </a:t>
            </a:r>
            <a:r>
              <a:rPr sz="2400" b="1" err="1">
                <a:solidFill>
                  <a:srgbClr val="111111"/>
                </a:solidFill>
                <a:latin typeface="Arial"/>
              </a:rPr>
              <a:t>Agentforce</a:t>
            </a:r>
            <a:r>
              <a:rPr sz="2400" b="1">
                <a:solidFill>
                  <a:srgbClr val="111111"/>
                </a:solidFill>
                <a:latin typeface="Arial"/>
              </a:rPr>
              <a:t> Builder: one router, six subagents.</a:t>
            </a:r>
          </a:p>
        </p:txBody>
      </p:sp>
    </p:spTree>
    <p:extLst>
      <p:ext uri="{BB962C8B-B14F-4D97-AF65-F5344CB8AC3E}">
        <p14:creationId xmlns:p14="http://schemas.microsoft.com/office/powerpoint/2010/main" val="30548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Our Agentforce agent answering a real order question.</a:t>
            </a:r>
          </a:p>
        </p:txBody>
      </p:sp>
      <p:sp>
        <p:nvSpPr>
          <p:cNvPr id="3" name="order chat screenshot frame"/>
          <p:cNvSpPr/>
          <p:nvPr/>
        </p:nvSpPr>
        <p:spPr>
          <a:xfrm>
            <a:off x="466344" y="1152144"/>
            <a:ext cx="4828032" cy="2181226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order chat screenshot" descr="chat_or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88720"/>
            <a:ext cx="4754880" cy="2108074"/>
          </a:xfrm>
          <a:prstGeom prst="rect">
            <a:avLst/>
          </a:prstGeom>
        </p:spPr>
      </p:pic>
      <p:sp>
        <p:nvSpPr>
          <p:cNvPr id="5" name="order caption"/>
          <p:cNvSpPr txBox="1"/>
          <p:nvPr/>
        </p:nvSpPr>
        <p:spPr>
          <a:xfrm>
            <a:off x="502920" y="3433954"/>
            <a:ext cx="47548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8A8A8A"/>
                </a:solidFill>
                <a:latin typeface="Arial"/>
              </a:rPr>
              <a:t>Live chat on our site</a:t>
            </a:r>
          </a:p>
        </p:txBody>
      </p:sp>
      <p:sp>
        <p:nvSpPr>
          <p:cNvPr id="6" name="callout 1 num"/>
          <p:cNvSpPr/>
          <p:nvPr/>
        </p:nvSpPr>
        <p:spPr>
          <a:xfrm>
            <a:off x="5623560" y="1280160"/>
            <a:ext cx="384048" cy="384048"/>
          </a:xfrm>
          <a:prstGeom prst="ellipse">
            <a:avLst/>
          </a:prstGeom>
          <a:solidFill>
            <a:srgbClr val="F26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callout 1 head"/>
          <p:cNvSpPr txBox="1"/>
          <p:nvPr/>
        </p:nvSpPr>
        <p:spPr>
          <a:xfrm>
            <a:off x="6172200" y="1261872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11111"/>
                </a:solidFill>
                <a:latin typeface="Arial"/>
              </a:rPr>
              <a:t>Greets the customer</a:t>
            </a:r>
          </a:p>
        </p:txBody>
      </p:sp>
      <p:sp>
        <p:nvSpPr>
          <p:cNvPr id="8" name="callout 1 body"/>
          <p:cNvSpPr txBox="1"/>
          <p:nvPr/>
        </p:nvSpPr>
        <p:spPr>
          <a:xfrm>
            <a:off x="6172200" y="1554480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Opens with its own name: Pronto's Service Assistant.</a:t>
            </a:r>
          </a:p>
        </p:txBody>
      </p:sp>
      <p:sp>
        <p:nvSpPr>
          <p:cNvPr id="9" name="callout 2 num"/>
          <p:cNvSpPr/>
          <p:nvPr/>
        </p:nvSpPr>
        <p:spPr>
          <a:xfrm>
            <a:off x="5623560" y="2148839"/>
            <a:ext cx="384048" cy="384048"/>
          </a:xfrm>
          <a:prstGeom prst="ellipse">
            <a:avLst/>
          </a:prstGeom>
          <a:solidFill>
            <a:srgbClr val="F26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callout 2 head"/>
          <p:cNvSpPr txBox="1"/>
          <p:nvPr/>
        </p:nvSpPr>
        <p:spPr>
          <a:xfrm>
            <a:off x="6172200" y="2130551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11111"/>
                </a:solidFill>
                <a:latin typeface="Arial"/>
              </a:rPr>
              <a:t>Asks for the order email first</a:t>
            </a:r>
          </a:p>
        </p:txBody>
      </p:sp>
      <p:sp>
        <p:nvSpPr>
          <p:cNvPr id="11" name="callout 2 body"/>
          <p:cNvSpPr txBox="1"/>
          <p:nvPr/>
        </p:nvSpPr>
        <p:spPr>
          <a:xfrm>
            <a:off x="6172200" y="2423159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It checks who you are before it shares any order details.</a:t>
            </a:r>
          </a:p>
        </p:txBody>
      </p:sp>
      <p:sp>
        <p:nvSpPr>
          <p:cNvPr id="12" name="callout 3 num"/>
          <p:cNvSpPr/>
          <p:nvPr/>
        </p:nvSpPr>
        <p:spPr>
          <a:xfrm>
            <a:off x="5623560" y="3017520"/>
            <a:ext cx="384048" cy="384048"/>
          </a:xfrm>
          <a:prstGeom prst="ellipse">
            <a:avLst/>
          </a:prstGeom>
          <a:solidFill>
            <a:srgbClr val="F26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" name="callout 3 head"/>
          <p:cNvSpPr txBox="1"/>
          <p:nvPr/>
        </p:nvSpPr>
        <p:spPr>
          <a:xfrm>
            <a:off x="6172200" y="2999232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11111"/>
                </a:solidFill>
                <a:latin typeface="Arial"/>
              </a:rPr>
              <a:t>Never asks for secrets</a:t>
            </a:r>
          </a:p>
        </p:txBody>
      </p:sp>
      <p:sp>
        <p:nvSpPr>
          <p:cNvPr id="14" name="callout 3 body"/>
          <p:cNvSpPr txBox="1"/>
          <p:nvPr/>
        </p:nvSpPr>
        <p:spPr>
          <a:xfrm>
            <a:off x="6172200" y="3291839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No password, no card number, no codes in chat.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Our agent handling a real hacked-account message.</a:t>
            </a:r>
          </a:p>
        </p:txBody>
      </p:sp>
      <p:sp>
        <p:nvSpPr>
          <p:cNvPr id="3" name="hacked chat screenshot frame"/>
          <p:cNvSpPr/>
          <p:nvPr/>
        </p:nvSpPr>
        <p:spPr>
          <a:xfrm>
            <a:off x="466344" y="1106424"/>
            <a:ext cx="4115865" cy="331927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hacked chat screenshot" descr="chat_hack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43000"/>
            <a:ext cx="4042713" cy="3246120"/>
          </a:xfrm>
          <a:prstGeom prst="rect">
            <a:avLst/>
          </a:prstGeom>
        </p:spPr>
      </p:pic>
      <p:sp>
        <p:nvSpPr>
          <p:cNvPr id="5" name="callout 1 num"/>
          <p:cNvSpPr/>
          <p:nvPr/>
        </p:nvSpPr>
        <p:spPr>
          <a:xfrm>
            <a:off x="4892040" y="1280160"/>
            <a:ext cx="384048" cy="384048"/>
          </a:xfrm>
          <a:prstGeom prst="ellipse">
            <a:avLst/>
          </a:prstGeom>
          <a:solidFill>
            <a:srgbClr val="F26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callout 1 head"/>
          <p:cNvSpPr txBox="1"/>
          <p:nvPr/>
        </p:nvSpPr>
        <p:spPr>
          <a:xfrm>
            <a:off x="5440679" y="1261872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11111"/>
                </a:solidFill>
                <a:latin typeface="Arial"/>
              </a:rPr>
              <a:t>Recognizes the problem</a:t>
            </a:r>
          </a:p>
        </p:txBody>
      </p:sp>
      <p:sp>
        <p:nvSpPr>
          <p:cNvPr id="7" name="callout 1 body"/>
          <p:cNvSpPr txBox="1"/>
          <p:nvPr/>
        </p:nvSpPr>
        <p:spPr>
          <a:xfrm>
            <a:off x="5440679" y="1554480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Routes "My account was hacked" to our Account Security subagent.</a:t>
            </a:r>
          </a:p>
        </p:txBody>
      </p:sp>
      <p:sp>
        <p:nvSpPr>
          <p:cNvPr id="8" name="callout 2 num"/>
          <p:cNvSpPr/>
          <p:nvPr/>
        </p:nvSpPr>
        <p:spPr>
          <a:xfrm>
            <a:off x="4892040" y="2240280"/>
            <a:ext cx="384048" cy="384048"/>
          </a:xfrm>
          <a:prstGeom prst="ellipse">
            <a:avLst/>
          </a:prstGeom>
          <a:solidFill>
            <a:srgbClr val="F26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callout 2 head"/>
          <p:cNvSpPr txBox="1"/>
          <p:nvPr/>
        </p:nvSpPr>
        <p:spPr>
          <a:xfrm>
            <a:off x="5440679" y="2221992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11111"/>
                </a:solidFill>
                <a:latin typeface="Arial"/>
              </a:rPr>
              <a:t>Warns the customer</a:t>
            </a:r>
          </a:p>
        </p:txBody>
      </p:sp>
      <p:sp>
        <p:nvSpPr>
          <p:cNvPr id="10" name="callout 2 body"/>
          <p:cNvSpPr txBox="1"/>
          <p:nvPr/>
        </p:nvSpPr>
        <p:spPr>
          <a:xfrm>
            <a:off x="5440679" y="2514600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"Never share your password or verification codes in chat."</a:t>
            </a:r>
          </a:p>
        </p:txBody>
      </p:sp>
      <p:sp>
        <p:nvSpPr>
          <p:cNvPr id="11" name="callout 3 num"/>
          <p:cNvSpPr/>
          <p:nvPr/>
        </p:nvSpPr>
        <p:spPr>
          <a:xfrm>
            <a:off x="4892040" y="3200400"/>
            <a:ext cx="384048" cy="384048"/>
          </a:xfrm>
          <a:prstGeom prst="ellipse">
            <a:avLst/>
          </a:prstGeom>
          <a:solidFill>
            <a:srgbClr val="F26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callout 3 head"/>
          <p:cNvSpPr txBox="1"/>
          <p:nvPr/>
        </p:nvSpPr>
        <p:spPr>
          <a:xfrm>
            <a:off x="5440679" y="3182112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11111"/>
                </a:solidFill>
                <a:latin typeface="Arial"/>
              </a:rPr>
              <a:t>Hands off to Trust &amp; Safety</a:t>
            </a:r>
          </a:p>
        </p:txBody>
      </p:sp>
      <p:sp>
        <p:nvSpPr>
          <p:cNvPr id="13" name="callout 3 body"/>
          <p:cNvSpPr txBox="1"/>
          <p:nvPr/>
        </p:nvSpPr>
        <p:spPr>
          <a:xfrm>
            <a:off x="5440679" y="3474720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Takes the account email and tells the customer the team will follow up there.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chemeClr val="tx1"/>
                </a:solidFill>
              </a:rPr>
              <a:t>Behind the scenes: a report becomes a case.</a:t>
            </a:r>
            <a:endParaRPr lang="en-US" sz="2400"/>
          </a:p>
        </p:txBody>
      </p:sp>
      <p:sp>
        <p:nvSpPr>
          <p:cNvPr id="3" name="bts step 1 num"/>
          <p:cNvSpPr txBox="1"/>
          <p:nvPr/>
        </p:nvSpPr>
        <p:spPr>
          <a:xfrm>
            <a:off x="457200" y="1051560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chemeClr val="bg1"/>
                </a:solidFill>
              </a:rPr>
              <a:t>1</a:t>
            </a:r>
            <a:endParaRPr lang="en-US" sz="1000"/>
          </a:p>
        </p:txBody>
      </p:sp>
      <p:sp>
        <p:nvSpPr>
          <p:cNvPr id="4" name="bts step 1 label"/>
          <p:cNvSpPr txBox="1"/>
          <p:nvPr/>
        </p:nvSpPr>
        <p:spPr>
          <a:xfrm>
            <a:off x="822960" y="103327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chemeClr val="tx1"/>
                </a:solidFill>
              </a:rPr>
              <a:t>Customer sends the form (no login)</a:t>
            </a:r>
            <a:endParaRPr lang="en-US" sz="1150"/>
          </a:p>
        </p:txBody>
      </p:sp>
      <p:sp>
        <p:nvSpPr>
          <p:cNvPr id="5" name="form screenshot frame"/>
          <p:cNvSpPr/>
          <p:nvPr/>
        </p:nvSpPr>
        <p:spPr>
          <a:xfrm>
            <a:off x="466344" y="1426464"/>
            <a:ext cx="4005072" cy="2409620"/>
          </a:xfrm>
          <a:prstGeom prst="roundRect">
            <a:avLst>
              <a:gd name="adj" fmla="val 2277"/>
            </a:avLst>
          </a:prstGeom>
          <a:solidFill>
            <a:schemeClr val="bg1"/>
          </a:solidFill>
          <a:ln w="9525">
            <a:solidFill>
              <a:srgbClr val="E2E2E2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form screenshot" descr="/tmp/claude-0/-home-claude/a99d3bb6-3231-5f44-a618-704515e24545/scratchpad/deck/img/form_us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63040"/>
            <a:ext cx="3931920" cy="2336468"/>
          </a:xfrm>
          <a:prstGeom prst="rect">
            <a:avLst/>
          </a:prstGeom>
        </p:spPr>
      </p:pic>
      <p:sp>
        <p:nvSpPr>
          <p:cNvPr id="7" name="bts step 2 num"/>
          <p:cNvSpPr txBox="1"/>
          <p:nvPr/>
        </p:nvSpPr>
        <p:spPr>
          <a:xfrm>
            <a:off x="4709160" y="1051560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chemeClr val="bg1"/>
                </a:solidFill>
              </a:rPr>
              <a:t>2</a:t>
            </a:r>
            <a:endParaRPr lang="en-US" sz="1000"/>
          </a:p>
        </p:txBody>
      </p:sp>
      <p:sp>
        <p:nvSpPr>
          <p:cNvPr id="8" name="bts step 2 label"/>
          <p:cNvSpPr txBox="1"/>
          <p:nvPr/>
        </p:nvSpPr>
        <p:spPr>
          <a:xfrm>
            <a:off x="5074920" y="103327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chemeClr val="tx1"/>
                </a:solidFill>
              </a:rPr>
              <a:t>A case lands in the Trust &amp; Safety queue</a:t>
            </a:r>
            <a:endParaRPr lang="en-US" sz="1150"/>
          </a:p>
        </p:txBody>
      </p:sp>
      <p:sp>
        <p:nvSpPr>
          <p:cNvPr id="9" name="queue screenshot frame"/>
          <p:cNvSpPr/>
          <p:nvPr/>
        </p:nvSpPr>
        <p:spPr>
          <a:xfrm>
            <a:off x="4718304" y="1426464"/>
            <a:ext cx="4005072" cy="827219"/>
          </a:xfrm>
          <a:prstGeom prst="roundRect">
            <a:avLst>
              <a:gd name="adj" fmla="val 6632"/>
            </a:avLst>
          </a:prstGeom>
          <a:solidFill>
            <a:schemeClr val="bg1"/>
          </a:solidFill>
          <a:ln w="9525">
            <a:solidFill>
              <a:srgbClr val="E2E2E2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queue screensho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08482" y="1463040"/>
            <a:ext cx="3832597" cy="754067"/>
          </a:xfrm>
          <a:prstGeom prst="rect">
            <a:avLst/>
          </a:prstGeom>
        </p:spPr>
      </p:pic>
      <p:sp>
        <p:nvSpPr>
          <p:cNvPr id="11" name="bts step 3 num"/>
          <p:cNvSpPr txBox="1"/>
          <p:nvPr/>
        </p:nvSpPr>
        <p:spPr>
          <a:xfrm>
            <a:off x="4709160" y="2537147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chemeClr val="bg1"/>
                </a:solidFill>
              </a:rPr>
              <a:t>3</a:t>
            </a:r>
            <a:endParaRPr lang="en-US" sz="1000"/>
          </a:p>
        </p:txBody>
      </p:sp>
      <p:sp>
        <p:nvSpPr>
          <p:cNvPr id="12" name="bts step 3 label"/>
          <p:cNvSpPr txBox="1"/>
          <p:nvPr/>
        </p:nvSpPr>
        <p:spPr>
          <a:xfrm>
            <a:off x="5074920" y="2518859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chemeClr val="tx1"/>
                </a:solidFill>
              </a:rPr>
              <a:t>Critical, Web, owned by Trust &amp; Safety</a:t>
            </a:r>
            <a:endParaRPr lang="en-US" sz="1150"/>
          </a:p>
        </p:txBody>
      </p:sp>
      <p:sp>
        <p:nvSpPr>
          <p:cNvPr id="13" name="case screenshot frame"/>
          <p:cNvSpPr/>
          <p:nvPr/>
        </p:nvSpPr>
        <p:spPr>
          <a:xfrm>
            <a:off x="4718304" y="2912051"/>
            <a:ext cx="4005072" cy="1032157"/>
          </a:xfrm>
          <a:prstGeom prst="roundRect">
            <a:avLst>
              <a:gd name="adj" fmla="val 5315"/>
            </a:avLst>
          </a:prstGeom>
          <a:solidFill>
            <a:schemeClr val="bg1"/>
          </a:solidFill>
          <a:ln w="9525">
            <a:solidFill>
              <a:srgbClr val="E2E2E2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case screenshot" descr="/tmp/claude-0/-home-claude/a99d3bb6-3231-5f44-a618-704515e24545/scratchpad/deck/img/c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2948627"/>
            <a:ext cx="3931920" cy="959005"/>
          </a:xfrm>
          <a:prstGeom prst="rect">
            <a:avLst/>
          </a:prstGeom>
        </p:spPr>
      </p:pic>
      <p:sp>
        <p:nvSpPr>
          <p:cNvPr id="15" name="bts caption"/>
          <p:cNvSpPr txBox="1"/>
          <p:nvPr/>
        </p:nvSpPr>
        <p:spPr>
          <a:xfrm>
            <a:off x="457200" y="416052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chemeClr val="tx2"/>
                </a:solidFill>
              </a:rPr>
              <a:t>Nobody typed anything into Salesforce: the form created the case and the routing flow placed it.</a:t>
            </a:r>
            <a:endParaRPr lang="en-US" sz="11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chemeClr val="tx1"/>
                </a:solidFill>
              </a:rPr>
              <a:t>The dashboard shows where we miss the 15-minute window.</a:t>
            </a:r>
            <a:endParaRPr lang="en-US" sz="2400"/>
          </a:p>
        </p:txBody>
      </p:sp>
      <p:sp>
        <p:nvSpPr>
          <p:cNvPr id="3" name="dashboard screenshot frame"/>
          <p:cNvSpPr/>
          <p:nvPr/>
        </p:nvSpPr>
        <p:spPr>
          <a:xfrm>
            <a:off x="694944" y="1060704"/>
            <a:ext cx="7754112" cy="3051483"/>
          </a:xfrm>
          <a:prstGeom prst="roundRect">
            <a:avLst>
              <a:gd name="adj" fmla="val 1798"/>
            </a:avLst>
          </a:prstGeom>
          <a:solidFill>
            <a:schemeClr val="bg1"/>
          </a:solidFill>
          <a:ln w="9525">
            <a:solidFill>
              <a:srgbClr val="E2E2E2"/>
            </a:solidFill>
            <a:prstDash val="solid"/>
          </a:ln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dashboard screensho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34448" y="1097280"/>
            <a:ext cx="7475103" cy="2978331"/>
          </a:xfrm>
          <a:prstGeom prst="rect">
            <a:avLst/>
          </a:prstGeom>
        </p:spPr>
      </p:pic>
      <p:sp>
        <p:nvSpPr>
          <p:cNvPr id="5" name="dashboard insight"/>
          <p:cNvSpPr txBox="1"/>
          <p:nvPr/>
        </p:nvSpPr>
        <p:spPr>
          <a:xfrm>
            <a:off x="457200" y="42062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chemeClr val="accent2"/>
                </a:solidFill>
              </a:rPr>
              <a:t>Insight: </a:t>
            </a:r>
            <a:r>
              <a:rPr lang="en-US" sz="1150">
                <a:solidFill>
                  <a:schemeClr val="tx1"/>
                </a:solidFill>
              </a:rPr>
              <a:t>“Locked Out” cases are slowest (13.6 min avg) and 7 of 32 were accepted after 15 min. Next: push Locked Out to the top of the queue.</a:t>
            </a:r>
            <a:endParaRPr lang="en-US" sz="11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chemeClr val="tx1"/>
                </a:solidFill>
              </a:rPr>
              <a:t>Live demo: the agent finds a customer by email.</a:t>
            </a:r>
            <a:endParaRPr lang="en-US" sz="2400"/>
          </a:p>
        </p:txBody>
      </p:sp>
      <p:sp>
        <p:nvSpPr>
          <p:cNvPr id="3" name="demo 1 num"/>
          <p:cNvSpPr txBox="1"/>
          <p:nvPr/>
        </p:nvSpPr>
        <p:spPr>
          <a:xfrm>
            <a:off x="914400" y="12344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chemeClr val="bg1"/>
                </a:solidFill>
              </a:rPr>
              <a:t>1</a:t>
            </a:r>
            <a:endParaRPr lang="en-US" sz="1800"/>
          </a:p>
        </p:txBody>
      </p:sp>
      <p:sp>
        <p:nvSpPr>
          <p:cNvPr id="4" name="demo connector 1"/>
          <p:cNvSpPr/>
          <p:nvPr/>
        </p:nvSpPr>
        <p:spPr>
          <a:xfrm>
            <a:off x="1508760" y="1508760"/>
            <a:ext cx="1179576" cy="0"/>
          </a:xfrm>
          <a:prstGeom prst="line">
            <a:avLst/>
          </a:prstGeom>
          <a:noFill/>
          <a:ln w="19050">
            <a:solidFill>
              <a:srgbClr val="E0C0B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" name="demo 1 text"/>
          <p:cNvSpPr txBox="1"/>
          <p:nvPr/>
        </p:nvSpPr>
        <p:spPr>
          <a:xfrm>
            <a:off x="457200" y="19202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>
                <a:solidFill>
                  <a:schemeClr val="tx1"/>
                </a:solidFill>
              </a:rPr>
              <a:t>Click “Start a chat” on the site</a:t>
            </a:r>
            <a:endParaRPr lang="en-US" sz="1200"/>
          </a:p>
        </p:txBody>
      </p:sp>
      <p:sp>
        <p:nvSpPr>
          <p:cNvPr id="6" name="demo 2 num"/>
          <p:cNvSpPr txBox="1"/>
          <p:nvPr/>
        </p:nvSpPr>
        <p:spPr>
          <a:xfrm>
            <a:off x="2596896" y="12344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chemeClr val="bg1"/>
                </a:solidFill>
              </a:rPr>
              <a:t>2</a:t>
            </a:r>
            <a:endParaRPr lang="en-US" sz="1800"/>
          </a:p>
        </p:txBody>
      </p:sp>
      <p:sp>
        <p:nvSpPr>
          <p:cNvPr id="7" name="demo connector 2"/>
          <p:cNvSpPr/>
          <p:nvPr/>
        </p:nvSpPr>
        <p:spPr>
          <a:xfrm>
            <a:off x="3191256" y="1508760"/>
            <a:ext cx="1179576" cy="0"/>
          </a:xfrm>
          <a:prstGeom prst="line">
            <a:avLst/>
          </a:prstGeom>
          <a:noFill/>
          <a:ln w="19050">
            <a:solidFill>
              <a:srgbClr val="E0C0B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8" name="demo 2 text"/>
          <p:cNvSpPr txBox="1"/>
          <p:nvPr/>
        </p:nvSpPr>
        <p:spPr>
          <a:xfrm>
            <a:off x="2139696" y="19202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>
                <a:solidFill>
                  <a:schemeClr val="tx1"/>
                </a:solidFill>
              </a:rPr>
              <a:t>Ask “Where is my order?”</a:t>
            </a:r>
            <a:endParaRPr lang="en-US" sz="1200"/>
          </a:p>
        </p:txBody>
      </p:sp>
      <p:sp>
        <p:nvSpPr>
          <p:cNvPr id="9" name="demo 3 num"/>
          <p:cNvSpPr txBox="1"/>
          <p:nvPr/>
        </p:nvSpPr>
        <p:spPr>
          <a:xfrm>
            <a:off x="4279392" y="12344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chemeClr val="bg1"/>
                </a:solidFill>
              </a:rPr>
              <a:t>3</a:t>
            </a:r>
            <a:endParaRPr lang="en-US" sz="1800"/>
          </a:p>
        </p:txBody>
      </p:sp>
      <p:sp>
        <p:nvSpPr>
          <p:cNvPr id="10" name="demo connector 3"/>
          <p:cNvSpPr/>
          <p:nvPr/>
        </p:nvSpPr>
        <p:spPr>
          <a:xfrm>
            <a:off x="4873752" y="1508760"/>
            <a:ext cx="1179576" cy="0"/>
          </a:xfrm>
          <a:prstGeom prst="line">
            <a:avLst/>
          </a:prstGeom>
          <a:noFill/>
          <a:ln w="19050">
            <a:solidFill>
              <a:srgbClr val="E0C0B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demo 3 text"/>
          <p:cNvSpPr txBox="1"/>
          <p:nvPr/>
        </p:nvSpPr>
        <p:spPr>
          <a:xfrm>
            <a:off x="3822192" y="19202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>
                <a:solidFill>
                  <a:schemeClr val="tx1"/>
                </a:solidFill>
              </a:rPr>
              <a:t>Give the email lbailey@ example.net</a:t>
            </a:r>
            <a:endParaRPr lang="en-US" sz="1200"/>
          </a:p>
        </p:txBody>
      </p:sp>
      <p:sp>
        <p:nvSpPr>
          <p:cNvPr id="12" name="demo 4 num"/>
          <p:cNvSpPr txBox="1"/>
          <p:nvPr/>
        </p:nvSpPr>
        <p:spPr>
          <a:xfrm>
            <a:off x="5961888" y="12344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chemeClr val="bg1"/>
                </a:solidFill>
              </a:rPr>
              <a:t>4</a:t>
            </a:r>
            <a:endParaRPr lang="en-US" sz="1800"/>
          </a:p>
        </p:txBody>
      </p:sp>
      <p:sp>
        <p:nvSpPr>
          <p:cNvPr id="13" name="demo connector 4"/>
          <p:cNvSpPr/>
          <p:nvPr/>
        </p:nvSpPr>
        <p:spPr>
          <a:xfrm>
            <a:off x="6556248" y="1508760"/>
            <a:ext cx="1179576" cy="0"/>
          </a:xfrm>
          <a:prstGeom prst="line">
            <a:avLst/>
          </a:prstGeom>
          <a:noFill/>
          <a:ln w="19050">
            <a:solidFill>
              <a:srgbClr val="E0C0B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demo 4 text"/>
          <p:cNvSpPr txBox="1"/>
          <p:nvPr/>
        </p:nvSpPr>
        <p:spPr>
          <a:xfrm>
            <a:off x="5504688" y="19202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>
                <a:solidFill>
                  <a:schemeClr val="tx1"/>
                </a:solidFill>
              </a:rPr>
              <a:t>Open the flow Identify Customer By Email</a:t>
            </a:r>
            <a:endParaRPr lang="en-US" sz="1200"/>
          </a:p>
        </p:txBody>
      </p:sp>
      <p:sp>
        <p:nvSpPr>
          <p:cNvPr id="15" name="demo 5 num"/>
          <p:cNvSpPr txBox="1"/>
          <p:nvPr/>
        </p:nvSpPr>
        <p:spPr>
          <a:xfrm>
            <a:off x="7644384" y="1234440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chemeClr val="bg1"/>
                </a:solidFill>
              </a:rPr>
              <a:t>5</a:t>
            </a:r>
            <a:endParaRPr lang="en-US" sz="1800"/>
          </a:p>
        </p:txBody>
      </p:sp>
      <p:sp>
        <p:nvSpPr>
          <p:cNvPr id="16" name="demo 5 text"/>
          <p:cNvSpPr txBox="1"/>
          <p:nvPr/>
        </p:nvSpPr>
        <p:spPr>
          <a:xfrm>
            <a:off x="7187184" y="19202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>
                <a:solidFill>
                  <a:schemeClr val="tx1"/>
                </a:solidFill>
              </a:rPr>
              <a:t>Open the flow Get Orders By Contact</a:t>
            </a:r>
            <a:endParaRPr lang="en-US" sz="1200"/>
          </a:p>
        </p:txBody>
      </p:sp>
      <p:sp>
        <p:nvSpPr>
          <p:cNvPr id="17" name="backup card"/>
          <p:cNvSpPr/>
          <p:nvPr/>
        </p:nvSpPr>
        <p:spPr>
          <a:xfrm>
            <a:off x="457200" y="2926080"/>
            <a:ext cx="39776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backup text"/>
          <p:cNvSpPr txBox="1"/>
          <p:nvPr/>
        </p:nvSpPr>
        <p:spPr>
          <a:xfrm>
            <a:off x="685800" y="310896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>
                <a:solidFill>
                  <a:schemeClr val="tx1"/>
                </a:solidFill>
              </a:rPr>
              <a:t>How the email connects</a:t>
            </a:r>
            <a:endParaRPr lang="en-US" sz="1300"/>
          </a:p>
          <a:p>
            <a:pPr marL="0" indent="0">
              <a:spcAft>
                <a:spcPts val="600"/>
              </a:spcAft>
              <a:buNone/>
            </a:pPr>
            <a:r>
              <a:rPr lang="en-US" sz="1100">
                <a:solidFill>
                  <a:schemeClr val="tx2"/>
                </a:solidFill>
              </a:rPr>
              <a:t>Email → customer record → orders. The agent never asks for a password or card number.</a:t>
            </a:r>
            <a:endParaRPr lang="en-US" sz="1300"/>
          </a:p>
        </p:txBody>
      </p:sp>
      <p:sp>
        <p:nvSpPr>
          <p:cNvPr id="19" name="checklist card"/>
          <p:cNvSpPr/>
          <p:nvPr/>
        </p:nvSpPr>
        <p:spPr>
          <a:xfrm>
            <a:off x="4709160" y="2926080"/>
            <a:ext cx="3977640" cy="1600200"/>
          </a:xfrm>
          <a:prstGeom prst="roundRect">
            <a:avLst>
              <a:gd name="adj" fmla="val 685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checklist text"/>
          <p:cNvSpPr txBox="1"/>
          <p:nvPr/>
        </p:nvSpPr>
        <p:spPr>
          <a:xfrm>
            <a:off x="4937760" y="310896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>
                <a:solidFill>
                  <a:schemeClr val="accent6"/>
                </a:solidFill>
              </a:rPr>
              <a:t>Before we present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>
                <a:solidFill>
                  <a:schemeClr val="bg1"/>
                </a:solidFill>
              </a:rPr>
              <a:t>Open the site in a private window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>
                <a:solidFill>
                  <a:schemeClr val="bg1"/>
                </a:solidFill>
              </a:rPr>
              <a:t>Have Setup → Flows open in a second tab</a:t>
            </a:r>
            <a:endParaRPr lang="en-US" sz="13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>
                <a:solidFill>
                  <a:schemeClr val="bg1"/>
                </a:solidFill>
              </a:rPr>
              <a:t>Look only in Flow Builder; never click Save</a:t>
            </a:r>
            <a:endParaRPr lang="en-US" sz="13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F4C19-6C9F-2995-C546-6D5192ED2A38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lang="en-US" sz="3200"/>
              <a:t>Thank you. Questions?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489748-17B9-FB4A-D257-103F2F5DC90F}"/>
              </a:ext>
            </a:extLst>
          </p:cNvPr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b="1">
                <a:solidFill>
                  <a:schemeClr val="tx1"/>
                </a:solidFill>
              </a:rPr>
              <a:t>Cloud 9</a:t>
            </a:r>
            <a:r>
              <a:rPr lang="en-US">
                <a:solidFill>
                  <a:schemeClr val="tx1"/>
                </a:solidFill>
              </a:rPr>
              <a:t>  </a:t>
            </a:r>
          </a:p>
          <a:p>
            <a:pPr>
              <a:lnSpc>
                <a:spcPct val="90000"/>
              </a:lnSpc>
            </a:pPr>
            <a:r>
              <a:rPr lang="en-US">
                <a:solidFill>
                  <a:schemeClr val="tx1"/>
                </a:solidFill>
              </a:rPr>
              <a:t>Logan Rosson, Logan Riley, Jung Ko</a:t>
            </a:r>
            <a:endParaRPr lang="en-US">
              <a:solidFill>
                <a:schemeClr val="tx1"/>
              </a:solidFill>
              <a:cs typeface="Arial"/>
            </a:endParaRPr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78B518-2690-D449-CFE2-76087AC832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59194"/>
            <a:ext cx="8599092" cy="561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068101"/>
      </p:ext>
    </p:extLst>
  </p:cSld>
  <p:clrMapOvr>
    <a:masterClrMapping/>
  </p:clrMapOvr>
</p:sld>
</file>

<file path=ppt/theme/theme1.xml><?xml version="1.0" encoding="utf-8"?>
<a:theme xmlns:a="http://schemas.openxmlformats.org/drawingml/2006/main" name="Pronto">
  <a:themeElements>
    <a:clrScheme name="Pronto">
      <a:dk1>
        <a:srgbClr val="111111"/>
      </a:dk1>
      <a:lt1>
        <a:srgbClr val="FFFFFF"/>
      </a:lt1>
      <a:dk2>
        <a:srgbClr val="3A3A3A"/>
      </a:dk2>
      <a:lt2>
        <a:srgbClr val="F6F6F6"/>
      </a:lt2>
      <a:accent1>
        <a:srgbClr val="F26B27"/>
      </a:accent1>
      <a:accent2>
        <a:srgbClr val="D63F0A"/>
      </a:accent2>
      <a:accent3>
        <a:srgbClr val="137A3A"/>
      </a:accent3>
      <a:accent4>
        <a:srgbClr val="FEEADF"/>
      </a:accent4>
      <a:accent5>
        <a:srgbClr val="8A8A8A"/>
      </a:accent5>
      <a:accent6>
        <a:srgbClr val="FFB48A"/>
      </a:accent6>
      <a:hlink>
        <a:srgbClr val="D63F0A"/>
      </a:hlink>
      <a:folHlink>
        <a:srgbClr val="8A4A2A"/>
      </a:folHlink>
    </a:clrScheme>
    <a:fontScheme name="Pront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f2890a9-c172-4c8e-b487-9aa6ed682ec0" xsi:nil="true"/>
    <_ip_UnifiedCompliancePolicyProperties xmlns="http://schemas.microsoft.com/sharepoint/v3" xsi:nil="true"/>
    <_ip_UnifiedCompliancePolicyUIAction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94B67596A9F8E418B20272AD0B8C9F4" ma:contentTypeVersion="14" ma:contentTypeDescription="Create a new document." ma:contentTypeScope="" ma:versionID="d9d5e133a700a49ba2dea70e17acf25e">
  <xsd:schema xmlns:xsd="http://www.w3.org/2001/XMLSchema" xmlns:xs="http://www.w3.org/2001/XMLSchema" xmlns:p="http://schemas.microsoft.com/office/2006/metadata/properties" xmlns:ns1="http://schemas.microsoft.com/sharepoint/v3" xmlns:ns3="7f2890a9-c172-4c8e-b487-9aa6ed682ec0" targetNamespace="http://schemas.microsoft.com/office/2006/metadata/properties" ma:root="true" ma:fieldsID="7b75c3cf577458d03f450f3e80a65871" ns1:_="" ns3:_="">
    <xsd:import namespace="http://schemas.microsoft.com/sharepoint/v3"/>
    <xsd:import namespace="7f2890a9-c172-4c8e-b487-9aa6ed682ec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Location" minOccurs="0"/>
                <xsd:element ref="ns3:MediaServiceOCR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2890a9-c172-4c8e-b487-9aa6ed682ec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5E8FF87-8C4F-47EB-9047-077D3DBCE63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568AAA4-B7C6-4396-8359-B5C244EB7254}">
  <ds:schemaRefs>
    <ds:schemaRef ds:uri="http://schemas.microsoft.com/office/2006/metadata/properties"/>
    <ds:schemaRef ds:uri="7f2890a9-c172-4c8e-b487-9aa6ed682ec0"/>
    <ds:schemaRef ds:uri="http://purl.org/dc/terms/"/>
    <ds:schemaRef ds:uri="http://schemas.openxmlformats.org/package/2006/metadata/core-properties"/>
    <ds:schemaRef ds:uri="http://www.w3.org/XML/1998/namespace"/>
    <ds:schemaRef ds:uri="http://schemas.microsoft.com/sharepoint/v3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14E488C2-D2A9-4F42-9992-5065DE90EC03}">
  <ds:schemaRefs>
    <ds:schemaRef ds:uri="7f2890a9-c172-4c8e-b487-9aa6ed682ec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170051ed-867f-4092-a6af-8a42e27b7e09}" enabled="1" method="Standard" siteId="{5217e0e7-539d-4563-b1bf-7c6dcf074f9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925</Words>
  <Application>Microsoft Office PowerPoint</Application>
  <PresentationFormat>On-screen Show (16:9)</PresentationFormat>
  <Paragraphs>103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Pronto</vt:lpstr>
      <vt:lpstr>Pronto: The Most Secure Food Delivery App </vt:lpstr>
      <vt:lpstr>Pronto is a food delivery application</vt:lpstr>
      <vt:lpstr>What we built inside Salesforce.</vt:lpstr>
      <vt:lpstr>Baseline: a live Pronto support site with Agentforce chat.</vt:lpstr>
      <vt:lpstr>PowerPoint Presentation</vt:lpstr>
      <vt:lpstr>Our Agentforce agent answering a real order question.</vt:lpstr>
      <vt:lpstr>Our agent handling a real hacked-account message.</vt:lpstr>
      <vt:lpstr>Behind the scenes: a report becomes a case.</vt:lpstr>
      <vt:lpstr>The dashboard shows where we miss the 15-minute window.</vt:lpstr>
      <vt:lpstr>Live demo: the agent finds a customer by email.</vt:lpstr>
      <vt:lpstr>Thank you. Questions?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Pronto IDEAthon: Stopping Account Takeover</dc:title>
  <dc:subject>PptxGenJS Presentation</dc:subject>
  <dc:creator>PptxGenJS</dc:creator>
  <cp:lastModifiedBy>Logan Rosson</cp:lastModifiedBy>
  <cp:revision>1</cp:revision>
  <dcterms:created xsi:type="dcterms:W3CDTF">2026-10-02T03:46:07Z</dcterms:created>
  <dcterms:modified xsi:type="dcterms:W3CDTF">2026-10-26T00:15:42Z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0x010100F94B67596A9F8E418B20272AD0B8C9F4</vt:lpwstr>
  </property>
</Properties>
</file>